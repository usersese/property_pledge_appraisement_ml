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raduation%20thesis\&#24314;&#27169;&#36807;&#31243;&#20889;&#20316;&#29992;&#34920;&#26684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二手房数据</a:t>
            </a:r>
            <a:r>
              <a:rPr lang="en-US" altLang="zh-CN"/>
              <a:t>RMSE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二手房训练结果画图!$B$1</c:f>
              <c:strCache>
                <c:ptCount val="1"/>
                <c:pt idx="0">
                  <c:v>Train RMSE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二手房训练结果画图!$B$2:$B$12</c:f>
              <c:numCache>
                <c:formatCode>0.00_);[Red]\(0.00\)</c:formatCode>
                <c:ptCount val="11"/>
                <c:pt idx="0">
                  <c:v>59.047055421738598</c:v>
                </c:pt>
                <c:pt idx="1">
                  <c:v>74.272953414623998</c:v>
                </c:pt>
                <c:pt idx="2">
                  <c:v>62.698725883116097</c:v>
                </c:pt>
                <c:pt idx="3">
                  <c:v>55.551583697908697</c:v>
                </c:pt>
                <c:pt idx="4">
                  <c:v>54.072588823756803</c:v>
                </c:pt>
                <c:pt idx="5">
                  <c:v>27.344193408165001</c:v>
                </c:pt>
                <c:pt idx="6">
                  <c:v>75.375850768883694</c:v>
                </c:pt>
                <c:pt idx="7">
                  <c:v>68.277747779554602</c:v>
                </c:pt>
                <c:pt idx="8">
                  <c:v>76.576379723511593</c:v>
                </c:pt>
                <c:pt idx="9">
                  <c:v>55.647599999999997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ED-4956-B6BD-1A6C473FE315}"/>
            </c:ext>
          </c:extLst>
        </c:ser>
        <c:ser>
          <c:idx val="1"/>
          <c:order val="1"/>
          <c:tx>
            <c:strRef>
              <c:f>二手房训练结果画图!$C$1</c:f>
              <c:strCache>
                <c:ptCount val="1"/>
                <c:pt idx="0">
                  <c:v>Test RMSE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二手房训练结果画图!$C$2:$C$12</c:f>
              <c:numCache>
                <c:formatCode>0.00_);[Red]\(0.00\)</c:formatCode>
                <c:ptCount val="11"/>
                <c:pt idx="0">
                  <c:v>76.614225045763007</c:v>
                </c:pt>
                <c:pt idx="1">
                  <c:v>79.052033980864195</c:v>
                </c:pt>
                <c:pt idx="2">
                  <c:v>72.361473819232799</c:v>
                </c:pt>
                <c:pt idx="3">
                  <c:v>70.308964047118593</c:v>
                </c:pt>
                <c:pt idx="4">
                  <c:v>69.591072045501903</c:v>
                </c:pt>
                <c:pt idx="5">
                  <c:v>72.601112719324107</c:v>
                </c:pt>
                <c:pt idx="6">
                  <c:v>78.887552641262204</c:v>
                </c:pt>
                <c:pt idx="7">
                  <c:v>73.879252358878901</c:v>
                </c:pt>
                <c:pt idx="8">
                  <c:v>78.878970843245199</c:v>
                </c:pt>
                <c:pt idx="9">
                  <c:v>69.481499999999997</c:v>
                </c:pt>
                <c:pt idx="10">
                  <c:v>53.04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ED-4956-B6BD-1A6C473FE3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二手房训练结果画图!$D$1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二手房训练结果画图!$D$2:$D$12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37.654243167666998</c:v>
                      </c:pt>
                      <c:pt idx="1">
                        <c:v>41.993436031983499</c:v>
                      </c:pt>
                      <c:pt idx="2">
                        <c:v>36.484609533375398</c:v>
                      </c:pt>
                      <c:pt idx="3">
                        <c:v>32.828183298720802</c:v>
                      </c:pt>
                      <c:pt idx="4">
                        <c:v>32.384978555713197</c:v>
                      </c:pt>
                      <c:pt idx="5">
                        <c:v>13.573661137012399</c:v>
                      </c:pt>
                      <c:pt idx="6">
                        <c:v>42.436401910990398</c:v>
                      </c:pt>
                      <c:pt idx="7">
                        <c:v>38.180792904954799</c:v>
                      </c:pt>
                      <c:pt idx="8">
                        <c:v>42.330868426830897</c:v>
                      </c:pt>
                      <c:pt idx="9">
                        <c:v>32.765000000000001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3AED-4956-B6BD-1A6C473FE31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41.692074289611703</c:v>
                      </c:pt>
                      <c:pt idx="1">
                        <c:v>42.752804920540299</c:v>
                      </c:pt>
                      <c:pt idx="2">
                        <c:v>38.460119458692098</c:v>
                      </c:pt>
                      <c:pt idx="3">
                        <c:v>36.7559811445986</c:v>
                      </c:pt>
                      <c:pt idx="4">
                        <c:v>36.404872160333497</c:v>
                      </c:pt>
                      <c:pt idx="5">
                        <c:v>36.677409107713302</c:v>
                      </c:pt>
                      <c:pt idx="6">
                        <c:v>43.085715141020302</c:v>
                      </c:pt>
                      <c:pt idx="7">
                        <c:v>39.337979498112297</c:v>
                      </c:pt>
                      <c:pt idx="8">
                        <c:v>42.852715511882501</c:v>
                      </c:pt>
                      <c:pt idx="9">
                        <c:v>36.235700000000001</c:v>
                      </c:pt>
                      <c:pt idx="10">
                        <c:v>28.25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3AED-4956-B6BD-1A6C473FE315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0.80823208825209503</c:v>
                      </c:pt>
                      <c:pt idx="1">
                        <c:v>0.69658235269234403</c:v>
                      </c:pt>
                      <c:pt idx="2">
                        <c:v>0.78377949359579802</c:v>
                      </c:pt>
                      <c:pt idx="3">
                        <c:v>0.83026463512772197</c:v>
                      </c:pt>
                      <c:pt idx="4">
                        <c:v>0.83918232666771198</c:v>
                      </c:pt>
                      <c:pt idx="5">
                        <c:v>0.95887464275915402</c:v>
                      </c:pt>
                      <c:pt idx="6">
                        <c:v>0.69042267939804103</c:v>
                      </c:pt>
                      <c:pt idx="7">
                        <c:v>0.74598115100359796</c:v>
                      </c:pt>
                      <c:pt idx="8">
                        <c:v>0.680479034683385</c:v>
                      </c:pt>
                      <c:pt idx="9">
                        <c:v>0.83120000000000005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3AED-4956-B6BD-1A6C473FE315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0.68697434548429304</c:v>
                      </c:pt>
                      <c:pt idx="1">
                        <c:v>0.66673692015753105</c:v>
                      </c:pt>
                      <c:pt idx="2">
                        <c:v>0.72076110309508201</c:v>
                      </c:pt>
                      <c:pt idx="3">
                        <c:v>0.73637748185499796</c:v>
                      </c:pt>
                      <c:pt idx="4">
                        <c:v>0.74173345076549502</c:v>
                      </c:pt>
                      <c:pt idx="5">
                        <c:v>0.718908534262656</c:v>
                      </c:pt>
                      <c:pt idx="6">
                        <c:v>0.66090346978843295</c:v>
                      </c:pt>
                      <c:pt idx="7">
                        <c:v>0.70249076211700301</c:v>
                      </c:pt>
                      <c:pt idx="8">
                        <c:v>0.66108911199926401</c:v>
                      </c:pt>
                      <c:pt idx="9">
                        <c:v>0.73480000000000001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3AED-4956-B6BD-1A6C473FE315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二手房训练结果画图!$H$1</c15:sqref>
                        </c15:formulaRef>
                      </c:ext>
                    </c:extLst>
                    <c:strCache>
                      <c:ptCount val="1"/>
                      <c:pt idx="0">
                        <c:v>Train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二手房训练结果画图!$H$2:$H$12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0.30843835003632902</c:v>
                      </c:pt>
                      <c:pt idx="1">
                        <c:v>0.32273739506153998</c:v>
                      </c:pt>
                      <c:pt idx="2">
                        <c:v>0.27465736567924798</c:v>
                      </c:pt>
                      <c:pt idx="3">
                        <c:v>0.24841473823914001</c:v>
                      </c:pt>
                      <c:pt idx="4">
                        <c:v>0.24396160382809601</c:v>
                      </c:pt>
                      <c:pt idx="5">
                        <c:v>9.5352179280995195E-2</c:v>
                      </c:pt>
                      <c:pt idx="6">
                        <c:v>0.32512619825803502</c:v>
                      </c:pt>
                      <c:pt idx="7">
                        <c:v>0.28291603611821098</c:v>
                      </c:pt>
                      <c:pt idx="8">
                        <c:v>0.32260001043154302</c:v>
                      </c:pt>
                      <c:pt idx="9">
                        <c:v>0.24434600000000001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3AED-4956-B6BD-1A6C473FE315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二手房训练结果画图!$I$1</c15:sqref>
                        </c15:formulaRef>
                      </c:ext>
                    </c:extLst>
                    <c:strCache>
                      <c:ptCount val="1"/>
                      <c:pt idx="0">
                        <c:v>Test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二手房训练结果画图!$I$2:$I$12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0.32010668520858798</c:v>
                      </c:pt>
                      <c:pt idx="1">
                        <c:v>0.32343533207900599</c:v>
                      </c:pt>
                      <c:pt idx="2">
                        <c:v>0.28035927016624101</c:v>
                      </c:pt>
                      <c:pt idx="3">
                        <c:v>0.26131838509474897</c:v>
                      </c:pt>
                      <c:pt idx="4">
                        <c:v>0.258197204251295</c:v>
                      </c:pt>
                      <c:pt idx="5">
                        <c:v>0.25647334222870499</c:v>
                      </c:pt>
                      <c:pt idx="6">
                        <c:v>0.327484126343145</c:v>
                      </c:pt>
                      <c:pt idx="7">
                        <c:v>0.287440836333548</c:v>
                      </c:pt>
                      <c:pt idx="8">
                        <c:v>0.32487783154171002</c:v>
                      </c:pt>
                      <c:pt idx="9">
                        <c:v>0.25750000000000001</c:v>
                      </c:pt>
                      <c:pt idx="10">
                        <c:v>0.21310000000000001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3AED-4956-B6BD-1A6C473FE315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二手房训练结果画图!$J$1</c15:sqref>
                        </c15:formulaRef>
                      </c:ext>
                    </c:extLst>
                    <c:strCache>
                      <c:ptCount val="1"/>
                      <c:pt idx="0">
                        <c:v>Train EV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二手房训练结果画图!$J$2:$J$12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0.80823213340855504</c:v>
                      </c:pt>
                      <c:pt idx="1">
                        <c:v>0.69658235269234403</c:v>
                      </c:pt>
                      <c:pt idx="2">
                        <c:v>0.78377950894897297</c:v>
                      </c:pt>
                      <c:pt idx="3">
                        <c:v>0.83026463512772197</c:v>
                      </c:pt>
                      <c:pt idx="4">
                        <c:v>0.83918232666771198</c:v>
                      </c:pt>
                      <c:pt idx="5">
                        <c:v>0.95890432860184605</c:v>
                      </c:pt>
                      <c:pt idx="6">
                        <c:v>0.69042267939804103</c:v>
                      </c:pt>
                      <c:pt idx="7">
                        <c:v>0.74598115124271802</c:v>
                      </c:pt>
                      <c:pt idx="8">
                        <c:v>0.680479034683385</c:v>
                      </c:pt>
                      <c:pt idx="9">
                        <c:v>0.83120000000000005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3AED-4956-B6BD-1A6C473FE315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二手房训练结果画图!$K$1</c15:sqref>
                        </c15:formulaRef>
                      </c:ext>
                    </c:extLst>
                    <c:strCache>
                      <c:ptCount val="1"/>
                      <c:pt idx="0">
                        <c:v>Test EV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二手房训练结果画图!$K$2:$K$12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0.68699503730461098</c:v>
                      </c:pt>
                      <c:pt idx="1">
                        <c:v>0.66675272835736799</c:v>
                      </c:pt>
                      <c:pt idx="2">
                        <c:v>0.72077519704801596</c:v>
                      </c:pt>
                      <c:pt idx="3">
                        <c:v>0.73637748185499796</c:v>
                      </c:pt>
                      <c:pt idx="4">
                        <c:v>0.74173345076549502</c:v>
                      </c:pt>
                      <c:pt idx="5">
                        <c:v>0.71901909732621805</c:v>
                      </c:pt>
                      <c:pt idx="6">
                        <c:v>0.66095755508798204</c:v>
                      </c:pt>
                      <c:pt idx="7">
                        <c:v>0.70255661198386299</c:v>
                      </c:pt>
                      <c:pt idx="8">
                        <c:v>0.661132150036148</c:v>
                      </c:pt>
                      <c:pt idx="9">
                        <c:v>0.7349</c:v>
                      </c:pt>
                      <c:pt idx="10">
                        <c:v>0.85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3AED-4956-B6BD-1A6C473FE315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二手房数据</a:t>
            </a:r>
            <a:r>
              <a:rPr lang="en-US" altLang="zh-CN"/>
              <a:t>MAPE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6"/>
          <c:order val="6"/>
          <c:tx>
            <c:strRef>
              <c:f>二手房训练结果画图!$H$1</c:f>
              <c:strCache>
                <c:ptCount val="1"/>
                <c:pt idx="0">
                  <c:v>Train MAPE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  <c:extLst xmlns:c15="http://schemas.microsoft.com/office/drawing/2012/chart"/>
            </c:strRef>
          </c:cat>
          <c:val>
            <c:numRef>
              <c:f>二手房训练结果画图!$H$2:$H$12</c:f>
              <c:numCache>
                <c:formatCode>0%</c:formatCode>
                <c:ptCount val="11"/>
                <c:pt idx="0">
                  <c:v>0.30843835003632902</c:v>
                </c:pt>
                <c:pt idx="1">
                  <c:v>0.32273739506153998</c:v>
                </c:pt>
                <c:pt idx="2">
                  <c:v>0.27465736567924798</c:v>
                </c:pt>
                <c:pt idx="3">
                  <c:v>0.24841473823914001</c:v>
                </c:pt>
                <c:pt idx="4">
                  <c:v>0.24396160382809601</c:v>
                </c:pt>
                <c:pt idx="5">
                  <c:v>9.5352179280995195E-2</c:v>
                </c:pt>
                <c:pt idx="6">
                  <c:v>0.32512619825803502</c:v>
                </c:pt>
                <c:pt idx="7">
                  <c:v>0.28291603611821098</c:v>
                </c:pt>
                <c:pt idx="8">
                  <c:v>0.32260001043154302</c:v>
                </c:pt>
                <c:pt idx="9">
                  <c:v>0.24434600000000001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0-FE3E-432E-BA2E-67CE866FBB1E}"/>
            </c:ext>
          </c:extLst>
        </c:ser>
        <c:ser>
          <c:idx val="7"/>
          <c:order val="7"/>
          <c:tx>
            <c:strRef>
              <c:f>二手房训练结果画图!$I$1</c:f>
              <c:strCache>
                <c:ptCount val="1"/>
                <c:pt idx="0">
                  <c:v>Test MAPE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  <c:extLst xmlns:c15="http://schemas.microsoft.com/office/drawing/2012/chart"/>
            </c:strRef>
          </c:cat>
          <c:val>
            <c:numRef>
              <c:f>二手房训练结果画图!$I$2:$I$12</c:f>
              <c:numCache>
                <c:formatCode>0%</c:formatCode>
                <c:ptCount val="11"/>
                <c:pt idx="0">
                  <c:v>0.32010668520858798</c:v>
                </c:pt>
                <c:pt idx="1">
                  <c:v>0.32343533207900599</c:v>
                </c:pt>
                <c:pt idx="2">
                  <c:v>0.28035927016624101</c:v>
                </c:pt>
                <c:pt idx="3">
                  <c:v>0.26131838509474897</c:v>
                </c:pt>
                <c:pt idx="4">
                  <c:v>0.258197204251295</c:v>
                </c:pt>
                <c:pt idx="5">
                  <c:v>0.25647334222870499</c:v>
                </c:pt>
                <c:pt idx="6">
                  <c:v>0.327484126343145</c:v>
                </c:pt>
                <c:pt idx="7">
                  <c:v>0.287440836333548</c:v>
                </c:pt>
                <c:pt idx="8">
                  <c:v>0.32487783154171002</c:v>
                </c:pt>
                <c:pt idx="9">
                  <c:v>0.25750000000000001</c:v>
                </c:pt>
                <c:pt idx="10">
                  <c:v>0.21310000000000001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1-FE3E-432E-BA2E-67CE866FB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二手房训练结果画图!$B$1</c15:sqref>
                        </c15:formulaRef>
                      </c:ext>
                    </c:extLst>
                    <c:strCache>
                      <c:ptCount val="1"/>
                      <c:pt idx="0">
                        <c:v>Train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二手房训练结果画图!$B$2:$B$12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59.047055421738598</c:v>
                      </c:pt>
                      <c:pt idx="1">
                        <c:v>74.272953414623998</c:v>
                      </c:pt>
                      <c:pt idx="2">
                        <c:v>62.698725883116097</c:v>
                      </c:pt>
                      <c:pt idx="3">
                        <c:v>55.551583697908697</c:v>
                      </c:pt>
                      <c:pt idx="4">
                        <c:v>54.072588823756803</c:v>
                      </c:pt>
                      <c:pt idx="5">
                        <c:v>27.344193408165001</c:v>
                      </c:pt>
                      <c:pt idx="6">
                        <c:v>75.375850768883694</c:v>
                      </c:pt>
                      <c:pt idx="7">
                        <c:v>68.277747779554602</c:v>
                      </c:pt>
                      <c:pt idx="8">
                        <c:v>76.576379723511593</c:v>
                      </c:pt>
                      <c:pt idx="9">
                        <c:v>55.647599999999997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E3E-432E-BA2E-67CE866FBB1E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二手房训练结果画图!$C$1</c15:sqref>
                        </c15:formulaRef>
                      </c:ext>
                    </c:extLst>
                    <c:strCache>
                      <c:ptCount val="1"/>
                      <c:pt idx="0">
                        <c:v>Test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二手房训练结果画图!$C$2:$C$12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76.614225045763007</c:v>
                      </c:pt>
                      <c:pt idx="1">
                        <c:v>79.052033980864195</c:v>
                      </c:pt>
                      <c:pt idx="2">
                        <c:v>72.361473819232799</c:v>
                      </c:pt>
                      <c:pt idx="3">
                        <c:v>70.308964047118593</c:v>
                      </c:pt>
                      <c:pt idx="4">
                        <c:v>69.591072045501903</c:v>
                      </c:pt>
                      <c:pt idx="5">
                        <c:v>72.601112719324107</c:v>
                      </c:pt>
                      <c:pt idx="6">
                        <c:v>78.887552641262204</c:v>
                      </c:pt>
                      <c:pt idx="7">
                        <c:v>73.879252358878901</c:v>
                      </c:pt>
                      <c:pt idx="8">
                        <c:v>78.878970843245199</c:v>
                      </c:pt>
                      <c:pt idx="9">
                        <c:v>69.481499999999997</c:v>
                      </c:pt>
                      <c:pt idx="10">
                        <c:v>53.04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FE3E-432E-BA2E-67CE866FBB1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37.654243167666998</c:v>
                      </c:pt>
                      <c:pt idx="1">
                        <c:v>41.993436031983499</c:v>
                      </c:pt>
                      <c:pt idx="2">
                        <c:v>36.484609533375398</c:v>
                      </c:pt>
                      <c:pt idx="3">
                        <c:v>32.828183298720802</c:v>
                      </c:pt>
                      <c:pt idx="4">
                        <c:v>32.384978555713197</c:v>
                      </c:pt>
                      <c:pt idx="5">
                        <c:v>13.573661137012399</c:v>
                      </c:pt>
                      <c:pt idx="6">
                        <c:v>42.436401910990398</c:v>
                      </c:pt>
                      <c:pt idx="7">
                        <c:v>38.180792904954799</c:v>
                      </c:pt>
                      <c:pt idx="8">
                        <c:v>42.330868426830897</c:v>
                      </c:pt>
                      <c:pt idx="9">
                        <c:v>32.765000000000001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FE3E-432E-BA2E-67CE866FBB1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41.692074289611703</c:v>
                      </c:pt>
                      <c:pt idx="1">
                        <c:v>42.752804920540299</c:v>
                      </c:pt>
                      <c:pt idx="2">
                        <c:v>38.460119458692098</c:v>
                      </c:pt>
                      <c:pt idx="3">
                        <c:v>36.7559811445986</c:v>
                      </c:pt>
                      <c:pt idx="4">
                        <c:v>36.404872160333497</c:v>
                      </c:pt>
                      <c:pt idx="5">
                        <c:v>36.677409107713302</c:v>
                      </c:pt>
                      <c:pt idx="6">
                        <c:v>43.085715141020302</c:v>
                      </c:pt>
                      <c:pt idx="7">
                        <c:v>39.337979498112297</c:v>
                      </c:pt>
                      <c:pt idx="8">
                        <c:v>42.852715511882501</c:v>
                      </c:pt>
                      <c:pt idx="9">
                        <c:v>36.235700000000001</c:v>
                      </c:pt>
                      <c:pt idx="10">
                        <c:v>28.25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FE3E-432E-BA2E-67CE866FBB1E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0.80823208825209503</c:v>
                      </c:pt>
                      <c:pt idx="1">
                        <c:v>0.69658235269234403</c:v>
                      </c:pt>
                      <c:pt idx="2">
                        <c:v>0.78377949359579802</c:v>
                      </c:pt>
                      <c:pt idx="3">
                        <c:v>0.83026463512772197</c:v>
                      </c:pt>
                      <c:pt idx="4">
                        <c:v>0.83918232666771198</c:v>
                      </c:pt>
                      <c:pt idx="5">
                        <c:v>0.95887464275915402</c:v>
                      </c:pt>
                      <c:pt idx="6">
                        <c:v>0.69042267939804103</c:v>
                      </c:pt>
                      <c:pt idx="7">
                        <c:v>0.74598115100359796</c:v>
                      </c:pt>
                      <c:pt idx="8">
                        <c:v>0.680479034683385</c:v>
                      </c:pt>
                      <c:pt idx="9">
                        <c:v>0.83120000000000005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FE3E-432E-BA2E-67CE866FBB1E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0.68697434548429304</c:v>
                      </c:pt>
                      <c:pt idx="1">
                        <c:v>0.66673692015753105</c:v>
                      </c:pt>
                      <c:pt idx="2">
                        <c:v>0.72076110309508201</c:v>
                      </c:pt>
                      <c:pt idx="3">
                        <c:v>0.73637748185499796</c:v>
                      </c:pt>
                      <c:pt idx="4">
                        <c:v>0.74173345076549502</c:v>
                      </c:pt>
                      <c:pt idx="5">
                        <c:v>0.718908534262656</c:v>
                      </c:pt>
                      <c:pt idx="6">
                        <c:v>0.66090346978843295</c:v>
                      </c:pt>
                      <c:pt idx="7">
                        <c:v>0.70249076211700301</c:v>
                      </c:pt>
                      <c:pt idx="8">
                        <c:v>0.66108911199926401</c:v>
                      </c:pt>
                      <c:pt idx="9">
                        <c:v>0.73480000000000001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FE3E-432E-BA2E-67CE866FBB1E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二手房训练结果画图!$J$1</c15:sqref>
                        </c15:formulaRef>
                      </c:ext>
                    </c:extLst>
                    <c:strCache>
                      <c:ptCount val="1"/>
                      <c:pt idx="0">
                        <c:v>Train EV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二手房训练结果画图!$J$2:$J$12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0.80823213340855504</c:v>
                      </c:pt>
                      <c:pt idx="1">
                        <c:v>0.69658235269234403</c:v>
                      </c:pt>
                      <c:pt idx="2">
                        <c:v>0.78377950894897297</c:v>
                      </c:pt>
                      <c:pt idx="3">
                        <c:v>0.83026463512772197</c:v>
                      </c:pt>
                      <c:pt idx="4">
                        <c:v>0.83918232666771198</c:v>
                      </c:pt>
                      <c:pt idx="5">
                        <c:v>0.95890432860184605</c:v>
                      </c:pt>
                      <c:pt idx="6">
                        <c:v>0.69042267939804103</c:v>
                      </c:pt>
                      <c:pt idx="7">
                        <c:v>0.74598115124271802</c:v>
                      </c:pt>
                      <c:pt idx="8">
                        <c:v>0.680479034683385</c:v>
                      </c:pt>
                      <c:pt idx="9">
                        <c:v>0.83120000000000005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FE3E-432E-BA2E-67CE866FBB1E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二手房训练结果画图!$K$1</c15:sqref>
                        </c15:formulaRef>
                      </c:ext>
                    </c:extLst>
                    <c:strCache>
                      <c:ptCount val="1"/>
                      <c:pt idx="0">
                        <c:v>Test EV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二手房训练结果画图!$K$2:$K$12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0.68699503730461098</c:v>
                      </c:pt>
                      <c:pt idx="1">
                        <c:v>0.66675272835736799</c:v>
                      </c:pt>
                      <c:pt idx="2">
                        <c:v>0.72077519704801596</c:v>
                      </c:pt>
                      <c:pt idx="3">
                        <c:v>0.73637748185499796</c:v>
                      </c:pt>
                      <c:pt idx="4">
                        <c:v>0.74173345076549502</c:v>
                      </c:pt>
                      <c:pt idx="5">
                        <c:v>0.71901909732621805</c:v>
                      </c:pt>
                      <c:pt idx="6">
                        <c:v>0.66095755508798204</c:v>
                      </c:pt>
                      <c:pt idx="7">
                        <c:v>0.70255661198386299</c:v>
                      </c:pt>
                      <c:pt idx="8">
                        <c:v>0.661132150036148</c:v>
                      </c:pt>
                      <c:pt idx="9">
                        <c:v>0.7349</c:v>
                      </c:pt>
                      <c:pt idx="10">
                        <c:v>0.85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FE3E-432E-BA2E-67CE866FBB1E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新房数据</a:t>
            </a:r>
            <a:r>
              <a:rPr lang="en-US" altLang="zh-CN"/>
              <a:t>RMSE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新房训练结果画图!$B$1</c:f>
              <c:strCache>
                <c:ptCount val="1"/>
                <c:pt idx="0">
                  <c:v>Train RMSE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新房训练结果画图!$B$2:$B$12</c:f>
              <c:numCache>
                <c:formatCode>0.00_);[Red]\(0.00\)</c:formatCode>
                <c:ptCount val="11"/>
                <c:pt idx="0">
                  <c:v>1602.5801597843099</c:v>
                </c:pt>
                <c:pt idx="1">
                  <c:v>1038.36951875055</c:v>
                </c:pt>
                <c:pt idx="2">
                  <c:v>473.22419680757702</c:v>
                </c:pt>
                <c:pt idx="3">
                  <c:v>2857.3252301221601</c:v>
                </c:pt>
                <c:pt idx="4">
                  <c:v>328.18636417798803</c:v>
                </c:pt>
                <c:pt idx="5">
                  <c:v>1508.62089776531</c:v>
                </c:pt>
                <c:pt idx="6">
                  <c:v>1151.1379612803</c:v>
                </c:pt>
                <c:pt idx="7">
                  <c:v>682.39760025097996</c:v>
                </c:pt>
                <c:pt idx="8">
                  <c:v>2363.3687197695299</c:v>
                </c:pt>
                <c:pt idx="9">
                  <c:v>395.59019999999998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55-422B-9510-E78D3B41A6B2}"/>
            </c:ext>
          </c:extLst>
        </c:ser>
        <c:ser>
          <c:idx val="1"/>
          <c:order val="1"/>
          <c:tx>
            <c:strRef>
              <c:f>新房训练结果画图!$C$1</c:f>
              <c:strCache>
                <c:ptCount val="1"/>
                <c:pt idx="0">
                  <c:v>Test RMSE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新房训练结果画图!$C$2:$C$12</c:f>
              <c:numCache>
                <c:formatCode>0.00_);[Red]\(0.00\)</c:formatCode>
                <c:ptCount val="11"/>
                <c:pt idx="0">
                  <c:v>3164.01172483855</c:v>
                </c:pt>
                <c:pt idx="1">
                  <c:v>3206.9774420591698</c:v>
                </c:pt>
                <c:pt idx="2">
                  <c:v>4072.7043056870698</c:v>
                </c:pt>
                <c:pt idx="3">
                  <c:v>3903.8800740932202</c:v>
                </c:pt>
                <c:pt idx="4">
                  <c:v>3515.0710230125001</c:v>
                </c:pt>
                <c:pt idx="5">
                  <c:v>3250.7682937284999</c:v>
                </c:pt>
                <c:pt idx="6">
                  <c:v>3454.6567885087102</c:v>
                </c:pt>
                <c:pt idx="7">
                  <c:v>3488.18049317755</c:v>
                </c:pt>
                <c:pt idx="8">
                  <c:v>3849.8525423256501</c:v>
                </c:pt>
                <c:pt idx="9">
                  <c:v>3110.6174000000001</c:v>
                </c:pt>
                <c:pt idx="10">
                  <c:v>2601.13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55-422B-9510-E78D3B41A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新房训练结果画图!$D$1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新房训练结果画图!$D$2:$D$12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868.44767644809701</c:v>
                      </c:pt>
                      <c:pt idx="1">
                        <c:v>790.04944487129001</c:v>
                      </c:pt>
                      <c:pt idx="2">
                        <c:v>353.27572508017602</c:v>
                      </c:pt>
                      <c:pt idx="3">
                        <c:v>1300.2578553585399</c:v>
                      </c:pt>
                      <c:pt idx="4">
                        <c:v>258.96276686275502</c:v>
                      </c:pt>
                      <c:pt idx="5">
                        <c:v>791.642482100238</c:v>
                      </c:pt>
                      <c:pt idx="6">
                        <c:v>880.97837155461002</c:v>
                      </c:pt>
                      <c:pt idx="7">
                        <c:v>514.84663802212503</c:v>
                      </c:pt>
                      <c:pt idx="8">
                        <c:v>1387.8051036556899</c:v>
                      </c:pt>
                      <c:pt idx="9">
                        <c:v>305.55270000000002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AA55-422B-9510-E78D3B41A6B2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1951.1907677983199</c:v>
                      </c:pt>
                      <c:pt idx="1">
                        <c:v>1909.6723003140301</c:v>
                      </c:pt>
                      <c:pt idx="2">
                        <c:v>2069.6868164062498</c:v>
                      </c:pt>
                      <c:pt idx="3">
                        <c:v>2082.9566402811201</c:v>
                      </c:pt>
                      <c:pt idx="4">
                        <c:v>1796.98102225355</c:v>
                      </c:pt>
                      <c:pt idx="5">
                        <c:v>1945.27794444444</c:v>
                      </c:pt>
                      <c:pt idx="6">
                        <c:v>1955.4327471949</c:v>
                      </c:pt>
                      <c:pt idx="7">
                        <c:v>1972.18617440606</c:v>
                      </c:pt>
                      <c:pt idx="8">
                        <c:v>2134.43820803778</c:v>
                      </c:pt>
                      <c:pt idx="9">
                        <c:v>1739.4088999999999</c:v>
                      </c:pt>
                      <c:pt idx="10">
                        <c:v>2058.46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AA55-422B-9510-E78D3B41A6B2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0.96849215789297405</c:v>
                      </c:pt>
                      <c:pt idx="1">
                        <c:v>0.98677234074972997</c:v>
                      </c:pt>
                      <c:pt idx="2">
                        <c:v>0.99725265612152603</c:v>
                      </c:pt>
                      <c:pt idx="3">
                        <c:v>0.89983903758328598</c:v>
                      </c:pt>
                      <c:pt idx="4">
                        <c:v>0.99867864290184605</c:v>
                      </c:pt>
                      <c:pt idx="5">
                        <c:v>0.97207845950711003</c:v>
                      </c:pt>
                      <c:pt idx="6">
                        <c:v>0.98357235127173104</c:v>
                      </c:pt>
                      <c:pt idx="7">
                        <c:v>0.99421615781827899</c:v>
                      </c:pt>
                      <c:pt idx="8">
                        <c:v>0.93094815077857396</c:v>
                      </c:pt>
                      <c:pt idx="9">
                        <c:v>0.99809999999999999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AA55-422B-9510-E78D3B41A6B2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0.87359936972637497</c:v>
                      </c:pt>
                      <c:pt idx="1">
                        <c:v>0.87014314475613397</c:v>
                      </c:pt>
                      <c:pt idx="2">
                        <c:v>0.79057002995927195</c:v>
                      </c:pt>
                      <c:pt idx="3">
                        <c:v>0.80757300105403995</c:v>
                      </c:pt>
                      <c:pt idx="4">
                        <c:v>0.84399400775375299</c:v>
                      </c:pt>
                      <c:pt idx="5">
                        <c:v>0.86657257596975401</c:v>
                      </c:pt>
                      <c:pt idx="6">
                        <c:v>0.85027410049264596</c:v>
                      </c:pt>
                      <c:pt idx="7">
                        <c:v>0.84125769200975398</c:v>
                      </c:pt>
                      <c:pt idx="8">
                        <c:v>0.81960809902724996</c:v>
                      </c:pt>
                      <c:pt idx="9">
                        <c:v>0.87129999999999996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AA55-422B-9510-E78D3B41A6B2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新房训练结果画图!$H$1</c15:sqref>
                        </c15:formulaRef>
                      </c:ext>
                    </c:extLst>
                    <c:strCache>
                      <c:ptCount val="1"/>
                      <c:pt idx="0">
                        <c:v>Train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新房训练结果画图!$H$2:$H$12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5.9637794584782897E-2</c:v>
                      </c:pt>
                      <c:pt idx="1">
                        <c:v>6.3145102689654203E-2</c:v>
                      </c:pt>
                      <c:pt idx="2">
                        <c:v>3.03829348010329E-2</c:v>
                      </c:pt>
                      <c:pt idx="3">
                        <c:v>8.1019098492608604E-2</c:v>
                      </c:pt>
                      <c:pt idx="4">
                        <c:v>2.2358581075369401E-2</c:v>
                      </c:pt>
                      <c:pt idx="5">
                        <c:v>5.5296550349384202E-2</c:v>
                      </c:pt>
                      <c:pt idx="6">
                        <c:v>6.9877224031631394E-2</c:v>
                      </c:pt>
                      <c:pt idx="7">
                        <c:v>4.3045420642169797E-2</c:v>
                      </c:pt>
                      <c:pt idx="8">
                        <c:v>9.7617115203667698E-2</c:v>
                      </c:pt>
                      <c:pt idx="9">
                        <c:v>2.6357999999999999E-2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AA55-422B-9510-E78D3B41A6B2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新房训练结果画图!$I$1</c15:sqref>
                        </c15:formulaRef>
                      </c:ext>
                    </c:extLst>
                    <c:strCache>
                      <c:ptCount val="1"/>
                      <c:pt idx="0">
                        <c:v>Test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新房训练结果画图!$I$2:$I$12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0.13497857200908001</c:v>
                      </c:pt>
                      <c:pt idx="1">
                        <c:v>0.13621791987332699</c:v>
                      </c:pt>
                      <c:pt idx="2">
                        <c:v>0.13236172572223801</c:v>
                      </c:pt>
                      <c:pt idx="3">
                        <c:v>0.13876801642624001</c:v>
                      </c:pt>
                      <c:pt idx="4">
                        <c:v>0.11898262111255201</c:v>
                      </c:pt>
                      <c:pt idx="5">
                        <c:v>0.13381131420879</c:v>
                      </c:pt>
                      <c:pt idx="6">
                        <c:v>0.13165524211829199</c:v>
                      </c:pt>
                      <c:pt idx="7">
                        <c:v>0.13280566199296101</c:v>
                      </c:pt>
                      <c:pt idx="8">
                        <c:v>0.141386965862112</c:v>
                      </c:pt>
                      <c:pt idx="9">
                        <c:v>0.11661299999999999</c:v>
                      </c:pt>
                      <c:pt idx="10">
                        <c:v>0.1323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AA55-422B-9510-E78D3B41A6B2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新房训练结果画图!$J$1</c15:sqref>
                        </c15:formulaRef>
                      </c:ext>
                    </c:extLst>
                    <c:strCache>
                      <c:ptCount val="1"/>
                      <c:pt idx="0">
                        <c:v>Train EV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新房训练结果画图!$J$2:$J$12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0.96853063795349503</c:v>
                      </c:pt>
                      <c:pt idx="1">
                        <c:v>0.98677234074972997</c:v>
                      </c:pt>
                      <c:pt idx="2">
                        <c:v>0.99725269830160901</c:v>
                      </c:pt>
                      <c:pt idx="3">
                        <c:v>0.89983903758328598</c:v>
                      </c:pt>
                      <c:pt idx="4">
                        <c:v>0.99867864290184605</c:v>
                      </c:pt>
                      <c:pt idx="5">
                        <c:v>0.97211697271130604</c:v>
                      </c:pt>
                      <c:pt idx="6">
                        <c:v>0.98357235127173104</c:v>
                      </c:pt>
                      <c:pt idx="7">
                        <c:v>0.99421616009999103</c:v>
                      </c:pt>
                      <c:pt idx="8">
                        <c:v>0.93094815077857396</c:v>
                      </c:pt>
                      <c:pt idx="9">
                        <c:v>0.99809999999999999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AA55-422B-9510-E78D3B41A6B2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新房训练结果画图!$K$1</c15:sqref>
                        </c15:formulaRef>
                      </c:ext>
                    </c:extLst>
                    <c:strCache>
                      <c:ptCount val="1"/>
                      <c:pt idx="0">
                        <c:v>Test EV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新房训练结果画图!$K$2:$K$12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0.873731325741543</c:v>
                      </c:pt>
                      <c:pt idx="1">
                        <c:v>0.87086230043048696</c:v>
                      </c:pt>
                      <c:pt idx="2">
                        <c:v>0.79177105707737006</c:v>
                      </c:pt>
                      <c:pt idx="3">
                        <c:v>0.80757300105403995</c:v>
                      </c:pt>
                      <c:pt idx="4">
                        <c:v>0.84399400775375299</c:v>
                      </c:pt>
                      <c:pt idx="5">
                        <c:v>0.86693939518517704</c:v>
                      </c:pt>
                      <c:pt idx="6">
                        <c:v>0.85289348133173204</c:v>
                      </c:pt>
                      <c:pt idx="7">
                        <c:v>0.844846258698148</c:v>
                      </c:pt>
                      <c:pt idx="8">
                        <c:v>0.82337633352543205</c:v>
                      </c:pt>
                      <c:pt idx="9">
                        <c:v>0.87429999999999997</c:v>
                      </c:pt>
                      <c:pt idx="10">
                        <c:v>0.97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AA55-422B-9510-E78D3B41A6B2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新房数据</a:t>
            </a:r>
            <a:r>
              <a:rPr lang="en-US" altLang="zh-CN"/>
              <a:t>MAPE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6"/>
          <c:order val="6"/>
          <c:tx>
            <c:strRef>
              <c:f>新房训练结果画图!$H$1</c:f>
              <c:strCache>
                <c:ptCount val="1"/>
                <c:pt idx="0">
                  <c:v>Train MAPE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新房训练结果画图!$H$2:$H$12</c:f>
              <c:numCache>
                <c:formatCode>0%</c:formatCode>
                <c:ptCount val="11"/>
                <c:pt idx="0">
                  <c:v>5.9637794584782897E-2</c:v>
                </c:pt>
                <c:pt idx="1">
                  <c:v>6.3145102689654203E-2</c:v>
                </c:pt>
                <c:pt idx="2">
                  <c:v>3.03829348010329E-2</c:v>
                </c:pt>
                <c:pt idx="3">
                  <c:v>8.1019098492608604E-2</c:v>
                </c:pt>
                <c:pt idx="4">
                  <c:v>2.2358581075369401E-2</c:v>
                </c:pt>
                <c:pt idx="5">
                  <c:v>5.5296550349384202E-2</c:v>
                </c:pt>
                <c:pt idx="6">
                  <c:v>6.9877224031631394E-2</c:v>
                </c:pt>
                <c:pt idx="7">
                  <c:v>4.3045420642169797E-2</c:v>
                </c:pt>
                <c:pt idx="8">
                  <c:v>9.7617115203667698E-2</c:v>
                </c:pt>
                <c:pt idx="9">
                  <c:v>2.6357999999999999E-2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55-424C-8806-C0D754117492}"/>
            </c:ext>
          </c:extLst>
        </c:ser>
        <c:ser>
          <c:idx val="7"/>
          <c:order val="7"/>
          <c:tx>
            <c:strRef>
              <c:f>新房训练结果画图!$I$1</c:f>
              <c:strCache>
                <c:ptCount val="1"/>
                <c:pt idx="0">
                  <c:v>Test MAPE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新房训练结果画图!$I$2:$I$12</c:f>
              <c:numCache>
                <c:formatCode>0%</c:formatCode>
                <c:ptCount val="11"/>
                <c:pt idx="0">
                  <c:v>0.13497857200908001</c:v>
                </c:pt>
                <c:pt idx="1">
                  <c:v>0.13621791987332699</c:v>
                </c:pt>
                <c:pt idx="2">
                  <c:v>0.13236172572223801</c:v>
                </c:pt>
                <c:pt idx="3">
                  <c:v>0.13876801642624001</c:v>
                </c:pt>
                <c:pt idx="4">
                  <c:v>0.11898262111255201</c:v>
                </c:pt>
                <c:pt idx="5">
                  <c:v>0.13381131420879</c:v>
                </c:pt>
                <c:pt idx="6">
                  <c:v>0.13165524211829199</c:v>
                </c:pt>
                <c:pt idx="7">
                  <c:v>0.13280566199296101</c:v>
                </c:pt>
                <c:pt idx="8">
                  <c:v>0.141386965862112</c:v>
                </c:pt>
                <c:pt idx="9">
                  <c:v>0.11661299999999999</c:v>
                </c:pt>
                <c:pt idx="10">
                  <c:v>0.1323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55-424C-8806-C0D754117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新房训练结果画图!$B$1</c15:sqref>
                        </c15:formulaRef>
                      </c:ext>
                    </c:extLst>
                    <c:strCache>
                      <c:ptCount val="1"/>
                      <c:pt idx="0">
                        <c:v>Train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新房训练结果画图!$B$2:$B$12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1602.5801597843099</c:v>
                      </c:pt>
                      <c:pt idx="1">
                        <c:v>1038.36951875055</c:v>
                      </c:pt>
                      <c:pt idx="2">
                        <c:v>473.22419680757702</c:v>
                      </c:pt>
                      <c:pt idx="3">
                        <c:v>2857.3252301221601</c:v>
                      </c:pt>
                      <c:pt idx="4">
                        <c:v>328.18636417798803</c:v>
                      </c:pt>
                      <c:pt idx="5">
                        <c:v>1508.62089776531</c:v>
                      </c:pt>
                      <c:pt idx="6">
                        <c:v>1151.1379612803</c:v>
                      </c:pt>
                      <c:pt idx="7">
                        <c:v>682.39760025097996</c:v>
                      </c:pt>
                      <c:pt idx="8">
                        <c:v>2363.3687197695299</c:v>
                      </c:pt>
                      <c:pt idx="9">
                        <c:v>395.59019999999998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5D55-424C-8806-C0D754117492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新房训练结果画图!$C$1</c15:sqref>
                        </c15:formulaRef>
                      </c:ext>
                    </c:extLst>
                    <c:strCache>
                      <c:ptCount val="1"/>
                      <c:pt idx="0">
                        <c:v>Test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新房训练结果画图!$C$2:$C$12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3164.01172483855</c:v>
                      </c:pt>
                      <c:pt idx="1">
                        <c:v>3206.9774420591698</c:v>
                      </c:pt>
                      <c:pt idx="2">
                        <c:v>4072.7043056870698</c:v>
                      </c:pt>
                      <c:pt idx="3">
                        <c:v>3903.8800740932202</c:v>
                      </c:pt>
                      <c:pt idx="4">
                        <c:v>3515.0710230125001</c:v>
                      </c:pt>
                      <c:pt idx="5">
                        <c:v>3250.7682937284999</c:v>
                      </c:pt>
                      <c:pt idx="6">
                        <c:v>3454.6567885087102</c:v>
                      </c:pt>
                      <c:pt idx="7">
                        <c:v>3488.18049317755</c:v>
                      </c:pt>
                      <c:pt idx="8">
                        <c:v>3849.8525423256501</c:v>
                      </c:pt>
                      <c:pt idx="9">
                        <c:v>3110.6174000000001</c:v>
                      </c:pt>
                      <c:pt idx="10">
                        <c:v>2601.13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5D55-424C-8806-C0D754117492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868.44767644809701</c:v>
                      </c:pt>
                      <c:pt idx="1">
                        <c:v>790.04944487129001</c:v>
                      </c:pt>
                      <c:pt idx="2">
                        <c:v>353.27572508017602</c:v>
                      </c:pt>
                      <c:pt idx="3">
                        <c:v>1300.2578553585399</c:v>
                      </c:pt>
                      <c:pt idx="4">
                        <c:v>258.96276686275502</c:v>
                      </c:pt>
                      <c:pt idx="5">
                        <c:v>791.642482100238</c:v>
                      </c:pt>
                      <c:pt idx="6">
                        <c:v>880.97837155461002</c:v>
                      </c:pt>
                      <c:pt idx="7">
                        <c:v>514.84663802212503</c:v>
                      </c:pt>
                      <c:pt idx="8">
                        <c:v>1387.8051036556899</c:v>
                      </c:pt>
                      <c:pt idx="9">
                        <c:v>305.55270000000002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5D55-424C-8806-C0D754117492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1951.1907677983199</c:v>
                      </c:pt>
                      <c:pt idx="1">
                        <c:v>1909.6723003140301</c:v>
                      </c:pt>
                      <c:pt idx="2">
                        <c:v>2069.6868164062498</c:v>
                      </c:pt>
                      <c:pt idx="3">
                        <c:v>2082.9566402811201</c:v>
                      </c:pt>
                      <c:pt idx="4">
                        <c:v>1796.98102225355</c:v>
                      </c:pt>
                      <c:pt idx="5">
                        <c:v>1945.27794444444</c:v>
                      </c:pt>
                      <c:pt idx="6">
                        <c:v>1955.4327471949</c:v>
                      </c:pt>
                      <c:pt idx="7">
                        <c:v>1972.18617440606</c:v>
                      </c:pt>
                      <c:pt idx="8">
                        <c:v>2134.43820803778</c:v>
                      </c:pt>
                      <c:pt idx="9">
                        <c:v>1739.4088999999999</c:v>
                      </c:pt>
                      <c:pt idx="10">
                        <c:v>2058.46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5D55-424C-8806-C0D754117492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0.96849215789297405</c:v>
                      </c:pt>
                      <c:pt idx="1">
                        <c:v>0.98677234074972997</c:v>
                      </c:pt>
                      <c:pt idx="2">
                        <c:v>0.99725265612152603</c:v>
                      </c:pt>
                      <c:pt idx="3">
                        <c:v>0.89983903758328598</c:v>
                      </c:pt>
                      <c:pt idx="4">
                        <c:v>0.99867864290184605</c:v>
                      </c:pt>
                      <c:pt idx="5">
                        <c:v>0.97207845950711003</c:v>
                      </c:pt>
                      <c:pt idx="6">
                        <c:v>0.98357235127173104</c:v>
                      </c:pt>
                      <c:pt idx="7">
                        <c:v>0.99421615781827899</c:v>
                      </c:pt>
                      <c:pt idx="8">
                        <c:v>0.93094815077857396</c:v>
                      </c:pt>
                      <c:pt idx="9">
                        <c:v>0.99809999999999999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5D55-424C-8806-C0D754117492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0.87359936972637497</c:v>
                      </c:pt>
                      <c:pt idx="1">
                        <c:v>0.87014314475613397</c:v>
                      </c:pt>
                      <c:pt idx="2">
                        <c:v>0.79057002995927195</c:v>
                      </c:pt>
                      <c:pt idx="3">
                        <c:v>0.80757300105403995</c:v>
                      </c:pt>
                      <c:pt idx="4">
                        <c:v>0.84399400775375299</c:v>
                      </c:pt>
                      <c:pt idx="5">
                        <c:v>0.86657257596975401</c:v>
                      </c:pt>
                      <c:pt idx="6">
                        <c:v>0.85027410049264596</c:v>
                      </c:pt>
                      <c:pt idx="7">
                        <c:v>0.84125769200975398</c:v>
                      </c:pt>
                      <c:pt idx="8">
                        <c:v>0.81960809902724996</c:v>
                      </c:pt>
                      <c:pt idx="9">
                        <c:v>0.87129999999999996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5D55-424C-8806-C0D754117492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新房训练结果画图!$J$1</c15:sqref>
                        </c15:formulaRef>
                      </c:ext>
                    </c:extLst>
                    <c:strCache>
                      <c:ptCount val="1"/>
                      <c:pt idx="0">
                        <c:v>Train EV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新房训练结果画图!$J$2:$J$12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0.96853063795349503</c:v>
                      </c:pt>
                      <c:pt idx="1">
                        <c:v>0.98677234074972997</c:v>
                      </c:pt>
                      <c:pt idx="2">
                        <c:v>0.99725269830160901</c:v>
                      </c:pt>
                      <c:pt idx="3">
                        <c:v>0.89983903758328598</c:v>
                      </c:pt>
                      <c:pt idx="4">
                        <c:v>0.99867864290184605</c:v>
                      </c:pt>
                      <c:pt idx="5">
                        <c:v>0.97211697271130604</c:v>
                      </c:pt>
                      <c:pt idx="6">
                        <c:v>0.98357235127173104</c:v>
                      </c:pt>
                      <c:pt idx="7">
                        <c:v>0.99421616009999103</c:v>
                      </c:pt>
                      <c:pt idx="8">
                        <c:v>0.93094815077857396</c:v>
                      </c:pt>
                      <c:pt idx="9">
                        <c:v>0.99809999999999999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5D55-424C-8806-C0D754117492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新房训练结果画图!$K$1</c15:sqref>
                        </c15:formulaRef>
                      </c:ext>
                    </c:extLst>
                    <c:strCache>
                      <c:ptCount val="1"/>
                      <c:pt idx="0">
                        <c:v>Test EV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新房训练结果画图!$K$2:$K$12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0.873731325741543</c:v>
                      </c:pt>
                      <c:pt idx="1">
                        <c:v>0.87086230043048696</c:v>
                      </c:pt>
                      <c:pt idx="2">
                        <c:v>0.79177105707737006</c:v>
                      </c:pt>
                      <c:pt idx="3">
                        <c:v>0.80757300105403995</c:v>
                      </c:pt>
                      <c:pt idx="4">
                        <c:v>0.84399400775375299</c:v>
                      </c:pt>
                      <c:pt idx="5">
                        <c:v>0.86693939518517704</c:v>
                      </c:pt>
                      <c:pt idx="6">
                        <c:v>0.85289348133173204</c:v>
                      </c:pt>
                      <c:pt idx="7">
                        <c:v>0.844846258698148</c:v>
                      </c:pt>
                      <c:pt idx="8">
                        <c:v>0.82337633352543205</c:v>
                      </c:pt>
                      <c:pt idx="9">
                        <c:v>0.87429999999999997</c:v>
                      </c:pt>
                      <c:pt idx="10">
                        <c:v>0.97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5D55-424C-8806-C0D754117492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二手房数据</a:t>
            </a:r>
            <a:r>
              <a:rPr lang="en-US" altLang="zh-CN"/>
              <a:t>EV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8"/>
          <c:order val="8"/>
          <c:tx>
            <c:strRef>
              <c:f>二手房训练结果画图!$J$1</c:f>
              <c:strCache>
                <c:ptCount val="1"/>
                <c:pt idx="0">
                  <c:v>Train EV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  <c:extLst xmlns:c15="http://schemas.microsoft.com/office/drawing/2012/chart"/>
            </c:strRef>
          </c:cat>
          <c:val>
            <c:numRef>
              <c:f>二手房训练结果画图!$J$2:$J$12</c:f>
              <c:numCache>
                <c:formatCode>0.00_);[Red]\(0.00\)</c:formatCode>
                <c:ptCount val="11"/>
                <c:pt idx="0">
                  <c:v>0.80823213340855504</c:v>
                </c:pt>
                <c:pt idx="1">
                  <c:v>0.69658235269234403</c:v>
                </c:pt>
                <c:pt idx="2">
                  <c:v>0.78377950894897297</c:v>
                </c:pt>
                <c:pt idx="3">
                  <c:v>0.83026463512772197</c:v>
                </c:pt>
                <c:pt idx="4">
                  <c:v>0.83918232666771198</c:v>
                </c:pt>
                <c:pt idx="5">
                  <c:v>0.95890432860184605</c:v>
                </c:pt>
                <c:pt idx="6">
                  <c:v>0.69042267939804103</c:v>
                </c:pt>
                <c:pt idx="7">
                  <c:v>0.74598115124271802</c:v>
                </c:pt>
                <c:pt idx="8">
                  <c:v>0.680479034683385</c:v>
                </c:pt>
                <c:pt idx="9">
                  <c:v>0.83120000000000005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0-06AF-4924-8E47-9DA8CD1770E8}"/>
            </c:ext>
          </c:extLst>
        </c:ser>
        <c:ser>
          <c:idx val="9"/>
          <c:order val="9"/>
          <c:tx>
            <c:strRef>
              <c:f>二手房训练结果画图!$K$1</c:f>
              <c:strCache>
                <c:ptCount val="1"/>
                <c:pt idx="0">
                  <c:v>Test EV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二手房训练结果画图!$A$2:$A$12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  <c:extLst xmlns:c15="http://schemas.microsoft.com/office/drawing/2012/chart"/>
            </c:strRef>
          </c:cat>
          <c:val>
            <c:numRef>
              <c:f>二手房训练结果画图!$K$2:$K$12</c:f>
              <c:numCache>
                <c:formatCode>0.00_);[Red]\(0.00\)</c:formatCode>
                <c:ptCount val="11"/>
                <c:pt idx="0">
                  <c:v>0.68699503730461098</c:v>
                </c:pt>
                <c:pt idx="1">
                  <c:v>0.66675272835736799</c:v>
                </c:pt>
                <c:pt idx="2">
                  <c:v>0.72077519704801596</c:v>
                </c:pt>
                <c:pt idx="3">
                  <c:v>0.73637748185499796</c:v>
                </c:pt>
                <c:pt idx="4">
                  <c:v>0.74173345076549502</c:v>
                </c:pt>
                <c:pt idx="5">
                  <c:v>0.71901909732621805</c:v>
                </c:pt>
                <c:pt idx="6">
                  <c:v>0.66095755508798204</c:v>
                </c:pt>
                <c:pt idx="7">
                  <c:v>0.70255661198386299</c:v>
                </c:pt>
                <c:pt idx="8">
                  <c:v>0.661132150036148</c:v>
                </c:pt>
                <c:pt idx="9">
                  <c:v>0.7349</c:v>
                </c:pt>
                <c:pt idx="10">
                  <c:v>0.85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1-06AF-4924-8E47-9DA8CD177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二手房训练结果画图!$B$1</c15:sqref>
                        </c15:formulaRef>
                      </c:ext>
                    </c:extLst>
                    <c:strCache>
                      <c:ptCount val="1"/>
                      <c:pt idx="0">
                        <c:v>Train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二手房训练结果画图!$B$2:$B$12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59.047055421738598</c:v>
                      </c:pt>
                      <c:pt idx="1">
                        <c:v>74.272953414623998</c:v>
                      </c:pt>
                      <c:pt idx="2">
                        <c:v>62.698725883116097</c:v>
                      </c:pt>
                      <c:pt idx="3">
                        <c:v>55.551583697908697</c:v>
                      </c:pt>
                      <c:pt idx="4">
                        <c:v>54.072588823756803</c:v>
                      </c:pt>
                      <c:pt idx="5">
                        <c:v>27.344193408165001</c:v>
                      </c:pt>
                      <c:pt idx="6">
                        <c:v>75.375850768883694</c:v>
                      </c:pt>
                      <c:pt idx="7">
                        <c:v>68.277747779554602</c:v>
                      </c:pt>
                      <c:pt idx="8">
                        <c:v>76.576379723511593</c:v>
                      </c:pt>
                      <c:pt idx="9">
                        <c:v>55.647599999999997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06AF-4924-8E47-9DA8CD1770E8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二手房训练结果画图!$C$1</c15:sqref>
                        </c15:formulaRef>
                      </c:ext>
                    </c:extLst>
                    <c:strCache>
                      <c:ptCount val="1"/>
                      <c:pt idx="0">
                        <c:v>Test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二手房训练结果画图!$C$2:$C$12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76.614225045763007</c:v>
                      </c:pt>
                      <c:pt idx="1">
                        <c:v>79.052033980864195</c:v>
                      </c:pt>
                      <c:pt idx="2">
                        <c:v>72.361473819232799</c:v>
                      </c:pt>
                      <c:pt idx="3">
                        <c:v>70.308964047118593</c:v>
                      </c:pt>
                      <c:pt idx="4">
                        <c:v>69.591072045501903</c:v>
                      </c:pt>
                      <c:pt idx="5">
                        <c:v>72.601112719324107</c:v>
                      </c:pt>
                      <c:pt idx="6">
                        <c:v>78.887552641262204</c:v>
                      </c:pt>
                      <c:pt idx="7">
                        <c:v>73.879252358878901</c:v>
                      </c:pt>
                      <c:pt idx="8">
                        <c:v>78.878970843245199</c:v>
                      </c:pt>
                      <c:pt idx="9">
                        <c:v>69.481499999999997</c:v>
                      </c:pt>
                      <c:pt idx="10">
                        <c:v>53.04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06AF-4924-8E47-9DA8CD1770E8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37.654243167666998</c:v>
                      </c:pt>
                      <c:pt idx="1">
                        <c:v>41.993436031983499</c:v>
                      </c:pt>
                      <c:pt idx="2">
                        <c:v>36.484609533375398</c:v>
                      </c:pt>
                      <c:pt idx="3">
                        <c:v>32.828183298720802</c:v>
                      </c:pt>
                      <c:pt idx="4">
                        <c:v>32.384978555713197</c:v>
                      </c:pt>
                      <c:pt idx="5">
                        <c:v>13.573661137012399</c:v>
                      </c:pt>
                      <c:pt idx="6">
                        <c:v>42.436401910990398</c:v>
                      </c:pt>
                      <c:pt idx="7">
                        <c:v>38.180792904954799</c:v>
                      </c:pt>
                      <c:pt idx="8">
                        <c:v>42.330868426830897</c:v>
                      </c:pt>
                      <c:pt idx="9">
                        <c:v>32.765000000000001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06AF-4924-8E47-9DA8CD1770E8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41.692074289611703</c:v>
                      </c:pt>
                      <c:pt idx="1">
                        <c:v>42.752804920540299</c:v>
                      </c:pt>
                      <c:pt idx="2">
                        <c:v>38.460119458692098</c:v>
                      </c:pt>
                      <c:pt idx="3">
                        <c:v>36.7559811445986</c:v>
                      </c:pt>
                      <c:pt idx="4">
                        <c:v>36.404872160333497</c:v>
                      </c:pt>
                      <c:pt idx="5">
                        <c:v>36.677409107713302</c:v>
                      </c:pt>
                      <c:pt idx="6">
                        <c:v>43.085715141020302</c:v>
                      </c:pt>
                      <c:pt idx="7">
                        <c:v>39.337979498112297</c:v>
                      </c:pt>
                      <c:pt idx="8">
                        <c:v>42.852715511882501</c:v>
                      </c:pt>
                      <c:pt idx="9">
                        <c:v>36.235700000000001</c:v>
                      </c:pt>
                      <c:pt idx="10">
                        <c:v>28.25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06AF-4924-8E47-9DA8CD1770E8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0.80823208825209503</c:v>
                      </c:pt>
                      <c:pt idx="1">
                        <c:v>0.69658235269234403</c:v>
                      </c:pt>
                      <c:pt idx="2">
                        <c:v>0.78377949359579802</c:v>
                      </c:pt>
                      <c:pt idx="3">
                        <c:v>0.83026463512772197</c:v>
                      </c:pt>
                      <c:pt idx="4">
                        <c:v>0.83918232666771198</c:v>
                      </c:pt>
                      <c:pt idx="5">
                        <c:v>0.95887464275915402</c:v>
                      </c:pt>
                      <c:pt idx="6">
                        <c:v>0.69042267939804103</c:v>
                      </c:pt>
                      <c:pt idx="7">
                        <c:v>0.74598115100359796</c:v>
                      </c:pt>
                      <c:pt idx="8">
                        <c:v>0.680479034683385</c:v>
                      </c:pt>
                      <c:pt idx="9">
                        <c:v>0.83120000000000005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06AF-4924-8E47-9DA8CD1770E8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0.68697434548429304</c:v>
                      </c:pt>
                      <c:pt idx="1">
                        <c:v>0.66673692015753105</c:v>
                      </c:pt>
                      <c:pt idx="2">
                        <c:v>0.72076110309508201</c:v>
                      </c:pt>
                      <c:pt idx="3">
                        <c:v>0.73637748185499796</c:v>
                      </c:pt>
                      <c:pt idx="4">
                        <c:v>0.74173345076549502</c:v>
                      </c:pt>
                      <c:pt idx="5">
                        <c:v>0.718908534262656</c:v>
                      </c:pt>
                      <c:pt idx="6">
                        <c:v>0.66090346978843295</c:v>
                      </c:pt>
                      <c:pt idx="7">
                        <c:v>0.70249076211700301</c:v>
                      </c:pt>
                      <c:pt idx="8">
                        <c:v>0.66108911199926401</c:v>
                      </c:pt>
                      <c:pt idx="9">
                        <c:v>0.73480000000000001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06AF-4924-8E47-9DA8CD1770E8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二手房训练结果画图!$H$1</c15:sqref>
                        </c15:formulaRef>
                      </c:ext>
                    </c:extLst>
                    <c:strCache>
                      <c:ptCount val="1"/>
                      <c:pt idx="0">
                        <c:v>Train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二手房训练结果画图!$H$2:$H$12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0.30843835003632902</c:v>
                      </c:pt>
                      <c:pt idx="1">
                        <c:v>0.32273739506153998</c:v>
                      </c:pt>
                      <c:pt idx="2">
                        <c:v>0.27465736567924798</c:v>
                      </c:pt>
                      <c:pt idx="3">
                        <c:v>0.24841473823914001</c:v>
                      </c:pt>
                      <c:pt idx="4">
                        <c:v>0.24396160382809601</c:v>
                      </c:pt>
                      <c:pt idx="5">
                        <c:v>9.5352179280995195E-2</c:v>
                      </c:pt>
                      <c:pt idx="6">
                        <c:v>0.32512619825803502</c:v>
                      </c:pt>
                      <c:pt idx="7">
                        <c:v>0.28291603611821098</c:v>
                      </c:pt>
                      <c:pt idx="8">
                        <c:v>0.32260001043154302</c:v>
                      </c:pt>
                      <c:pt idx="9">
                        <c:v>0.24434600000000001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06AF-4924-8E47-9DA8CD1770E8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二手房训练结果画图!$I$1</c15:sqref>
                        </c15:formulaRef>
                      </c:ext>
                    </c:extLst>
                    <c:strCache>
                      <c:ptCount val="1"/>
                      <c:pt idx="0">
                        <c:v>Test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二手房训练结果画图!$I$2:$I$12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0.32010668520858798</c:v>
                      </c:pt>
                      <c:pt idx="1">
                        <c:v>0.32343533207900599</c:v>
                      </c:pt>
                      <c:pt idx="2">
                        <c:v>0.28035927016624101</c:v>
                      </c:pt>
                      <c:pt idx="3">
                        <c:v>0.26131838509474897</c:v>
                      </c:pt>
                      <c:pt idx="4">
                        <c:v>0.258197204251295</c:v>
                      </c:pt>
                      <c:pt idx="5">
                        <c:v>0.25647334222870499</c:v>
                      </c:pt>
                      <c:pt idx="6">
                        <c:v>0.327484126343145</c:v>
                      </c:pt>
                      <c:pt idx="7">
                        <c:v>0.287440836333548</c:v>
                      </c:pt>
                      <c:pt idx="8">
                        <c:v>0.32487783154171002</c:v>
                      </c:pt>
                      <c:pt idx="9">
                        <c:v>0.25750000000000001</c:v>
                      </c:pt>
                      <c:pt idx="10">
                        <c:v>0.21310000000000001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06AF-4924-8E47-9DA8CD1770E8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新房数据</a:t>
            </a:r>
            <a:r>
              <a:rPr lang="en-US" altLang="zh-CN"/>
              <a:t>EV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8"/>
          <c:order val="8"/>
          <c:tx>
            <c:strRef>
              <c:f>新房训练结果画图!$J$1</c:f>
              <c:strCache>
                <c:ptCount val="1"/>
                <c:pt idx="0">
                  <c:v>Train EV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新房训练结果画图!$J$2:$J$12</c:f>
              <c:numCache>
                <c:formatCode>0.00_);[Red]\(0.00\)</c:formatCode>
                <c:ptCount val="11"/>
                <c:pt idx="0">
                  <c:v>0.96853063795349503</c:v>
                </c:pt>
                <c:pt idx="1">
                  <c:v>0.98677234074972997</c:v>
                </c:pt>
                <c:pt idx="2">
                  <c:v>0.99725269830160901</c:v>
                </c:pt>
                <c:pt idx="3">
                  <c:v>0.89983903758328598</c:v>
                </c:pt>
                <c:pt idx="4">
                  <c:v>0.99867864290184605</c:v>
                </c:pt>
                <c:pt idx="5">
                  <c:v>0.97211697271130604</c:v>
                </c:pt>
                <c:pt idx="6">
                  <c:v>0.98357235127173104</c:v>
                </c:pt>
                <c:pt idx="7">
                  <c:v>0.99421616009999103</c:v>
                </c:pt>
                <c:pt idx="8">
                  <c:v>0.93094815077857396</c:v>
                </c:pt>
                <c:pt idx="9">
                  <c:v>0.99809999999999999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28-426A-967A-9F8E51D2F724}"/>
            </c:ext>
          </c:extLst>
        </c:ser>
        <c:ser>
          <c:idx val="9"/>
          <c:order val="9"/>
          <c:tx>
            <c:strRef>
              <c:f>新房训练结果画图!$K$1</c:f>
              <c:strCache>
                <c:ptCount val="1"/>
                <c:pt idx="0">
                  <c:v>Test EV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新房训练结果画图!$A$2:$A$12</c:f>
              <c:strCache>
                <c:ptCount val="11"/>
                <c:pt idx="0">
                  <c:v>Rain Forest</c:v>
                </c:pt>
                <c:pt idx="1">
                  <c:v>GBDT</c:v>
                </c:pt>
                <c:pt idx="2">
                  <c:v>XGBoost</c:v>
                </c:pt>
                <c:pt idx="3">
                  <c:v>LightGBM</c:v>
                </c:pt>
                <c:pt idx="4">
                  <c:v>CBR</c:v>
                </c:pt>
                <c:pt idx="5">
                  <c:v>Rain Forest Cross</c:v>
                </c:pt>
                <c:pt idx="6">
                  <c:v>GBDT Cross</c:v>
                </c:pt>
                <c:pt idx="7">
                  <c:v>XGBoost Cross</c:v>
                </c:pt>
                <c:pt idx="8">
                  <c:v>LightGBM Cross</c:v>
                </c:pt>
                <c:pt idx="9">
                  <c:v>CBR Cross</c:v>
                </c:pt>
                <c:pt idx="10">
                  <c:v>Stacking</c:v>
                </c:pt>
              </c:strCache>
            </c:strRef>
          </c:cat>
          <c:val>
            <c:numRef>
              <c:f>新房训练结果画图!$K$2:$K$12</c:f>
              <c:numCache>
                <c:formatCode>0.00_);[Red]\(0.00\)</c:formatCode>
                <c:ptCount val="11"/>
                <c:pt idx="0">
                  <c:v>0.873731325741543</c:v>
                </c:pt>
                <c:pt idx="1">
                  <c:v>0.87086230043048696</c:v>
                </c:pt>
                <c:pt idx="2">
                  <c:v>0.79177105707737006</c:v>
                </c:pt>
                <c:pt idx="3">
                  <c:v>0.80757300105403995</c:v>
                </c:pt>
                <c:pt idx="4">
                  <c:v>0.84399400775375299</c:v>
                </c:pt>
                <c:pt idx="5">
                  <c:v>0.86693939518517704</c:v>
                </c:pt>
                <c:pt idx="6">
                  <c:v>0.85289348133173204</c:v>
                </c:pt>
                <c:pt idx="7">
                  <c:v>0.844846258698148</c:v>
                </c:pt>
                <c:pt idx="8">
                  <c:v>0.82337633352543205</c:v>
                </c:pt>
                <c:pt idx="9">
                  <c:v>0.87429999999999997</c:v>
                </c:pt>
                <c:pt idx="10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28-426A-967A-9F8E51D2F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5974016"/>
        <c:axId val="15459788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新房训练结果画图!$B$1</c15:sqref>
                        </c15:formulaRef>
                      </c:ext>
                    </c:extLst>
                    <c:strCache>
                      <c:ptCount val="1"/>
                      <c:pt idx="0">
                        <c:v>Train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新房训练结果画图!$B$2:$B$12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1602.5801597843099</c:v>
                      </c:pt>
                      <c:pt idx="1">
                        <c:v>1038.36951875055</c:v>
                      </c:pt>
                      <c:pt idx="2">
                        <c:v>473.22419680757702</c:v>
                      </c:pt>
                      <c:pt idx="3">
                        <c:v>2857.3252301221601</c:v>
                      </c:pt>
                      <c:pt idx="4">
                        <c:v>328.18636417798803</c:v>
                      </c:pt>
                      <c:pt idx="5">
                        <c:v>1508.62089776531</c:v>
                      </c:pt>
                      <c:pt idx="6">
                        <c:v>1151.1379612803</c:v>
                      </c:pt>
                      <c:pt idx="7">
                        <c:v>682.39760025097996</c:v>
                      </c:pt>
                      <c:pt idx="8">
                        <c:v>2363.3687197695299</c:v>
                      </c:pt>
                      <c:pt idx="9">
                        <c:v>395.59019999999998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8928-426A-967A-9F8E51D2F724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新房训练结果画图!$C$1</c15:sqref>
                        </c15:formulaRef>
                      </c:ext>
                    </c:extLst>
                    <c:strCache>
                      <c:ptCount val="1"/>
                      <c:pt idx="0">
                        <c:v>Test RMSE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新房训练结果画图!$C$2:$C$12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3164.01172483855</c:v>
                      </c:pt>
                      <c:pt idx="1">
                        <c:v>3206.9774420591698</c:v>
                      </c:pt>
                      <c:pt idx="2">
                        <c:v>4072.7043056870698</c:v>
                      </c:pt>
                      <c:pt idx="3">
                        <c:v>3903.8800740932202</c:v>
                      </c:pt>
                      <c:pt idx="4">
                        <c:v>3515.0710230125001</c:v>
                      </c:pt>
                      <c:pt idx="5">
                        <c:v>3250.7682937284999</c:v>
                      </c:pt>
                      <c:pt idx="6">
                        <c:v>3454.6567885087102</c:v>
                      </c:pt>
                      <c:pt idx="7">
                        <c:v>3488.18049317755</c:v>
                      </c:pt>
                      <c:pt idx="8">
                        <c:v>3849.8525423256501</c:v>
                      </c:pt>
                      <c:pt idx="9">
                        <c:v>3110.6174000000001</c:v>
                      </c:pt>
                      <c:pt idx="10">
                        <c:v>2601.13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8928-426A-967A-9F8E51D2F724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新房训练结果画图!$D$1</c15:sqref>
                        </c15:formulaRef>
                      </c:ext>
                    </c:extLst>
                    <c:strCache>
                      <c:ptCount val="1"/>
                      <c:pt idx="0">
                        <c:v>Train MAE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新房训练结果画图!$D$2:$D$12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868.44767644809701</c:v>
                      </c:pt>
                      <c:pt idx="1">
                        <c:v>790.04944487129001</c:v>
                      </c:pt>
                      <c:pt idx="2">
                        <c:v>353.27572508017602</c:v>
                      </c:pt>
                      <c:pt idx="3">
                        <c:v>1300.2578553585399</c:v>
                      </c:pt>
                      <c:pt idx="4">
                        <c:v>258.96276686275502</c:v>
                      </c:pt>
                      <c:pt idx="5">
                        <c:v>791.642482100238</c:v>
                      </c:pt>
                      <c:pt idx="6">
                        <c:v>880.97837155461002</c:v>
                      </c:pt>
                      <c:pt idx="7">
                        <c:v>514.84663802212503</c:v>
                      </c:pt>
                      <c:pt idx="8">
                        <c:v>1387.8051036556899</c:v>
                      </c:pt>
                      <c:pt idx="9">
                        <c:v>305.55270000000002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8928-426A-967A-9F8E51D2F724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新房训练结果画图!$E$1</c15:sqref>
                        </c15:formulaRef>
                      </c:ext>
                    </c:extLst>
                    <c:strCache>
                      <c:ptCount val="1"/>
                      <c:pt idx="0">
                        <c:v>Test MAE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新房训练结果画图!$E$2:$E$12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1951.1907677983199</c:v>
                      </c:pt>
                      <c:pt idx="1">
                        <c:v>1909.6723003140301</c:v>
                      </c:pt>
                      <c:pt idx="2">
                        <c:v>2069.6868164062498</c:v>
                      </c:pt>
                      <c:pt idx="3">
                        <c:v>2082.9566402811201</c:v>
                      </c:pt>
                      <c:pt idx="4">
                        <c:v>1796.98102225355</c:v>
                      </c:pt>
                      <c:pt idx="5">
                        <c:v>1945.27794444444</c:v>
                      </c:pt>
                      <c:pt idx="6">
                        <c:v>1955.4327471949</c:v>
                      </c:pt>
                      <c:pt idx="7">
                        <c:v>1972.18617440606</c:v>
                      </c:pt>
                      <c:pt idx="8">
                        <c:v>2134.43820803778</c:v>
                      </c:pt>
                      <c:pt idx="9">
                        <c:v>1739.4088999999999</c:v>
                      </c:pt>
                      <c:pt idx="10">
                        <c:v>2058.46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8928-426A-967A-9F8E51D2F724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新房训练结果画图!$F$1</c15:sqref>
                        </c15:formulaRef>
                      </c:ext>
                    </c:extLst>
                    <c:strCache>
                      <c:ptCount val="1"/>
                      <c:pt idx="0">
                        <c:v>Train R²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新房训练结果画图!$F$2:$F$12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0.96849215789297405</c:v>
                      </c:pt>
                      <c:pt idx="1">
                        <c:v>0.98677234074972997</c:v>
                      </c:pt>
                      <c:pt idx="2">
                        <c:v>0.99725265612152603</c:v>
                      </c:pt>
                      <c:pt idx="3">
                        <c:v>0.89983903758328598</c:v>
                      </c:pt>
                      <c:pt idx="4">
                        <c:v>0.99867864290184605</c:v>
                      </c:pt>
                      <c:pt idx="5">
                        <c:v>0.97207845950711003</c:v>
                      </c:pt>
                      <c:pt idx="6">
                        <c:v>0.98357235127173104</c:v>
                      </c:pt>
                      <c:pt idx="7">
                        <c:v>0.99421615781827899</c:v>
                      </c:pt>
                      <c:pt idx="8">
                        <c:v>0.93094815077857396</c:v>
                      </c:pt>
                      <c:pt idx="9">
                        <c:v>0.99809999999999999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8928-426A-967A-9F8E51D2F724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新房训练结果画图!$G$1</c15:sqref>
                        </c15:formulaRef>
                      </c:ext>
                    </c:extLst>
                    <c:strCache>
                      <c:ptCount val="1"/>
                      <c:pt idx="0">
                        <c:v>Test R²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新房训练结果画图!$G$2:$G$12</c15:sqref>
                        </c15:formulaRef>
                      </c:ext>
                    </c:extLst>
                    <c:numCache>
                      <c:formatCode>0.00_);[Red]\(0.00\)</c:formatCode>
                      <c:ptCount val="11"/>
                      <c:pt idx="0">
                        <c:v>0.87359936972637497</c:v>
                      </c:pt>
                      <c:pt idx="1">
                        <c:v>0.87014314475613397</c:v>
                      </c:pt>
                      <c:pt idx="2">
                        <c:v>0.79057002995927195</c:v>
                      </c:pt>
                      <c:pt idx="3">
                        <c:v>0.80757300105403995</c:v>
                      </c:pt>
                      <c:pt idx="4">
                        <c:v>0.84399400775375299</c:v>
                      </c:pt>
                      <c:pt idx="5">
                        <c:v>0.86657257596975401</c:v>
                      </c:pt>
                      <c:pt idx="6">
                        <c:v>0.85027410049264596</c:v>
                      </c:pt>
                      <c:pt idx="7">
                        <c:v>0.84125769200975398</c:v>
                      </c:pt>
                      <c:pt idx="8">
                        <c:v>0.81960809902724996</c:v>
                      </c:pt>
                      <c:pt idx="9">
                        <c:v>0.87129999999999996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8928-426A-967A-9F8E51D2F724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新房训练结果画图!$H$1</c15:sqref>
                        </c15:formulaRef>
                      </c:ext>
                    </c:extLst>
                    <c:strCache>
                      <c:ptCount val="1"/>
                      <c:pt idx="0">
                        <c:v>Train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新房训练结果画图!$H$2:$H$12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5.9637794584782897E-2</c:v>
                      </c:pt>
                      <c:pt idx="1">
                        <c:v>6.3145102689654203E-2</c:v>
                      </c:pt>
                      <c:pt idx="2">
                        <c:v>3.03829348010329E-2</c:v>
                      </c:pt>
                      <c:pt idx="3">
                        <c:v>8.1019098492608604E-2</c:v>
                      </c:pt>
                      <c:pt idx="4">
                        <c:v>2.2358581075369401E-2</c:v>
                      </c:pt>
                      <c:pt idx="5">
                        <c:v>5.5296550349384202E-2</c:v>
                      </c:pt>
                      <c:pt idx="6">
                        <c:v>6.9877224031631394E-2</c:v>
                      </c:pt>
                      <c:pt idx="7">
                        <c:v>4.3045420642169797E-2</c:v>
                      </c:pt>
                      <c:pt idx="8">
                        <c:v>9.7617115203667698E-2</c:v>
                      </c:pt>
                      <c:pt idx="9">
                        <c:v>2.6357999999999999E-2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8928-426A-967A-9F8E51D2F724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新房训练结果画图!$I$1</c15:sqref>
                        </c15:formulaRef>
                      </c:ext>
                    </c:extLst>
                    <c:strCache>
                      <c:ptCount val="1"/>
                      <c:pt idx="0">
                        <c:v>Test MAPE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新房训练结果画图!$A$2:$A$12</c15:sqref>
                        </c15:formulaRef>
                      </c:ext>
                    </c:extLst>
                    <c:strCache>
                      <c:ptCount val="11"/>
                      <c:pt idx="0">
                        <c:v>Rain Forest</c:v>
                      </c:pt>
                      <c:pt idx="1">
                        <c:v>GBDT</c:v>
                      </c:pt>
                      <c:pt idx="2">
                        <c:v>XGBoost</c:v>
                      </c:pt>
                      <c:pt idx="3">
                        <c:v>LightGBM</c:v>
                      </c:pt>
                      <c:pt idx="4">
                        <c:v>CBR</c:v>
                      </c:pt>
                      <c:pt idx="5">
                        <c:v>Rain Forest Cross</c:v>
                      </c:pt>
                      <c:pt idx="6">
                        <c:v>GBDT Cross</c:v>
                      </c:pt>
                      <c:pt idx="7">
                        <c:v>XGBoost Cross</c:v>
                      </c:pt>
                      <c:pt idx="8">
                        <c:v>LightGBM Cross</c:v>
                      </c:pt>
                      <c:pt idx="9">
                        <c:v>CBR Cross</c:v>
                      </c:pt>
                      <c:pt idx="10">
                        <c:v>Stacking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新房训练结果画图!$I$2:$I$12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0.13497857200908001</c:v>
                      </c:pt>
                      <c:pt idx="1">
                        <c:v>0.13621791987332699</c:v>
                      </c:pt>
                      <c:pt idx="2">
                        <c:v>0.13236172572223801</c:v>
                      </c:pt>
                      <c:pt idx="3">
                        <c:v>0.13876801642624001</c:v>
                      </c:pt>
                      <c:pt idx="4">
                        <c:v>0.11898262111255201</c:v>
                      </c:pt>
                      <c:pt idx="5">
                        <c:v>0.13381131420879</c:v>
                      </c:pt>
                      <c:pt idx="6">
                        <c:v>0.13165524211829199</c:v>
                      </c:pt>
                      <c:pt idx="7">
                        <c:v>0.13280566199296101</c:v>
                      </c:pt>
                      <c:pt idx="8">
                        <c:v>0.141386965862112</c:v>
                      </c:pt>
                      <c:pt idx="9">
                        <c:v>0.11661299999999999</c:v>
                      </c:pt>
                      <c:pt idx="10">
                        <c:v>0.1323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8928-426A-967A-9F8E51D2F724}"/>
                  </c:ext>
                </c:extLst>
              </c15:ser>
            </c15:filteredLineSeries>
          </c:ext>
        </c:extLst>
      </c:lineChart>
      <c:catAx>
        <c:axId val="154597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8816"/>
        <c:crosses val="autoZero"/>
        <c:auto val="1"/>
        <c:lblAlgn val="ctr"/>
        <c:lblOffset val="100"/>
        <c:noMultiLvlLbl val="0"/>
      </c:catAx>
      <c:valAx>
        <c:axId val="15459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5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13D9D-415D-42A8-1134-6BBAF7B1E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F211F-47C8-A00C-3DFF-50B5C15A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75081-049B-7C46-A7AC-1214B0D6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640CC-7AD4-1C47-EBF4-E00E9708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422FD-9963-5EA7-14BC-DC986A80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4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835CD-ECBC-5420-9F30-38820DD4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840DE-FE59-2D37-CE9F-FE197A4B6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D6B9B-9B72-8975-A197-6627AD69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65BC2-5438-087A-F744-8716011D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30A36-E89B-7FB1-1CCC-970F4B4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1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49F8B-3045-1E98-6BB0-0505B247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283F0C-8FA4-CB9B-2524-AF26713AB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C37FC-9596-D5E9-8D23-EC09EEC7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D5E6F-D2FC-665B-F0F7-6A8689E6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F78B3-6E9A-6345-69A0-B8AC8011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C8525-53A7-19DC-851C-B2057C41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40826-797C-F303-6EA6-54224378E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CB5F8E-47AF-2271-126C-E2FA7632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9B9D7A-DFCE-B731-730B-1B57E90A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4671BB-61A8-C13C-97B9-B865DFA6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1B00B7-F0E5-C7CB-E94A-A39B5913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94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3EA77-8F79-786A-A50B-3FE5E3DC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540682-ED0F-105C-414C-52F7C5C68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31561-DEC3-A756-BEBD-4C318276B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72CB14-7B02-6B06-0336-C78FFF99E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603F2E-A412-6172-2DBF-838E4CCC1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4E33D9-F5E0-C302-2930-7D1D9CB4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22FFD9-B1D8-7385-C082-BD31C021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2ADB61-145F-1C79-CB9C-7C735803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06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2E547-AF0C-0BB7-EFE5-665F0002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305F04-53AF-5654-B6E7-51835BC1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5C4AE9-0E63-347C-5326-5DD0E7A2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B73091-3DF3-BB5A-BC7B-0E3317C2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04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1BABD3-9589-7083-CE96-5A123A34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511A8F-BCA6-9E4D-32BA-4E8C11C6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587EA-50B6-D51B-8CE6-9CFAFCCC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95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3121C-FD35-AC77-5922-FDAE34E0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28230-D534-3B39-CCFF-CC151912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50C1CE-16BD-ABB9-DDC4-15B89059E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8829DF-54C2-86A9-9D6D-47C72701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92E1F6-3C38-182E-4037-F046FAE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EF074-7901-A99E-D53F-D5BE36B7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4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D72F3-214B-29B1-07EA-556910ED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7E53C7-0F0B-9743-FC73-9E0618F54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1DAA4D-38E0-2839-3BDA-0CF27B1B1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ACC4F7-9BB5-B4D4-81AB-856D1BEC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E0A08D-6E21-D109-A851-250D2522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8EC2C6-C50F-4382-E45D-6EE0EBA0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64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E9A2C-A430-477D-C8CF-4A89BAC5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52AAF4-B907-E117-745C-8028BBA0B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1169E-2E09-F77C-9965-37694B08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2C1B3-37CD-568E-F063-F460A1D5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84FF0-BE24-0AC1-3B92-21949E92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03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C18967-2AE1-0EA5-F622-027EA85CE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AB4150-B6AC-C012-78A2-0234A4183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5682B-52FB-A0A0-A829-46936001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36BDF-50DC-34AF-831A-559E8279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5646FB-05EE-C697-485D-A6C9346F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98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CAEE94-5229-073A-0BEC-22AF9EB4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8B67A-2CAA-3934-0B33-AE371D9B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D5BD99-FB40-EC66-99E7-1A66E1D65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82473-6E1E-40FD-A866-910465F54015}" type="datetimeFigureOut">
              <a:rPr lang="zh-CN" altLang="en-US" smtClean="0"/>
              <a:t>2023-04-11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B1EF7-2627-93DD-4343-BBA14C87B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4FE11-1ADA-CBB7-3DCD-402D0EDB4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DF7F2-0861-4F8E-87DE-74C5817D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7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3054FCF-43C4-9E2F-9B97-270184806D62}"/>
              </a:ext>
            </a:extLst>
          </p:cNvPr>
          <p:cNvSpPr/>
          <p:nvPr/>
        </p:nvSpPr>
        <p:spPr>
          <a:xfrm>
            <a:off x="2183907" y="1590475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55D66F3-D6D4-9FC1-41E3-744730C37482}"/>
              </a:ext>
            </a:extLst>
          </p:cNvPr>
          <p:cNvSpPr/>
          <p:nvPr/>
        </p:nvSpPr>
        <p:spPr>
          <a:xfrm>
            <a:off x="2334828" y="2512272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297A836-A625-FF1B-055B-938A78B050BA}"/>
              </a:ext>
            </a:extLst>
          </p:cNvPr>
          <p:cNvSpPr/>
          <p:nvPr/>
        </p:nvSpPr>
        <p:spPr>
          <a:xfrm>
            <a:off x="1668999" y="2523369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4761620-A130-F91C-7582-DC17F5CFFDF0}"/>
              </a:ext>
            </a:extLst>
          </p:cNvPr>
          <p:cNvSpPr/>
          <p:nvPr/>
        </p:nvSpPr>
        <p:spPr>
          <a:xfrm>
            <a:off x="1500816" y="1911551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33CC328-CA4A-BDA9-9998-0A031769876B}"/>
              </a:ext>
            </a:extLst>
          </p:cNvPr>
          <p:cNvSpPr/>
          <p:nvPr/>
        </p:nvSpPr>
        <p:spPr>
          <a:xfrm>
            <a:off x="1185164" y="2180846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F3A6E21-F90E-4B68-399E-74D54478DF13}"/>
              </a:ext>
            </a:extLst>
          </p:cNvPr>
          <p:cNvSpPr/>
          <p:nvPr/>
        </p:nvSpPr>
        <p:spPr>
          <a:xfrm>
            <a:off x="2032986" y="2512273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663E19-04E0-E5C3-C579-CE9C1C5C529F}"/>
              </a:ext>
            </a:extLst>
          </p:cNvPr>
          <p:cNvSpPr/>
          <p:nvPr/>
        </p:nvSpPr>
        <p:spPr>
          <a:xfrm>
            <a:off x="1842111" y="2180846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546899C-49E7-53B0-3D61-95AB3A67B509}"/>
              </a:ext>
            </a:extLst>
          </p:cNvPr>
          <p:cNvSpPr/>
          <p:nvPr/>
        </p:nvSpPr>
        <p:spPr>
          <a:xfrm>
            <a:off x="2846195" y="1857788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7627148-43BB-34A5-223C-5219D28D42C4}"/>
              </a:ext>
            </a:extLst>
          </p:cNvPr>
          <p:cNvSpPr/>
          <p:nvPr/>
        </p:nvSpPr>
        <p:spPr>
          <a:xfrm>
            <a:off x="3212072" y="2186267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494BBD-051E-2C36-601D-E1F4865E12C8}"/>
              </a:ext>
            </a:extLst>
          </p:cNvPr>
          <p:cNvSpPr/>
          <p:nvPr/>
        </p:nvSpPr>
        <p:spPr>
          <a:xfrm>
            <a:off x="3428496" y="2522628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932B141-700F-A049-A384-679B416CB854}"/>
              </a:ext>
            </a:extLst>
          </p:cNvPr>
          <p:cNvSpPr/>
          <p:nvPr/>
        </p:nvSpPr>
        <p:spPr>
          <a:xfrm>
            <a:off x="1336085" y="2512272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BB4337D-9F59-A8C5-8EFD-A7E59C26B997}"/>
              </a:ext>
            </a:extLst>
          </p:cNvPr>
          <p:cNvSpPr/>
          <p:nvPr/>
        </p:nvSpPr>
        <p:spPr>
          <a:xfrm>
            <a:off x="1034243" y="2500433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B95B2B7-8A7D-D4E3-4FFE-DE2D9383957F}"/>
              </a:ext>
            </a:extLst>
          </p:cNvPr>
          <p:cNvSpPr/>
          <p:nvPr/>
        </p:nvSpPr>
        <p:spPr>
          <a:xfrm>
            <a:off x="2507936" y="2166048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7CD08BF-A999-6BE2-1006-FD9857CA096F}"/>
              </a:ext>
            </a:extLst>
          </p:cNvPr>
          <p:cNvSpPr/>
          <p:nvPr/>
        </p:nvSpPr>
        <p:spPr>
          <a:xfrm>
            <a:off x="2700614" y="2523369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FCDD94F-82E0-7A69-9C40-C320142EB33A}"/>
              </a:ext>
            </a:extLst>
          </p:cNvPr>
          <p:cNvSpPr/>
          <p:nvPr/>
        </p:nvSpPr>
        <p:spPr>
          <a:xfrm>
            <a:off x="3072988" y="2522628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6484A6-4A66-F3F5-1F21-8C8AE35747E2}"/>
              </a:ext>
            </a:extLst>
          </p:cNvPr>
          <p:cNvCxnSpPr>
            <a:cxnSpLocks/>
            <a:stCxn id="4" idx="3"/>
            <a:endCxn id="8" idx="6"/>
          </p:cNvCxnSpPr>
          <p:nvPr/>
        </p:nvCxnSpPr>
        <p:spPr>
          <a:xfrm flipH="1">
            <a:off x="1651737" y="1734450"/>
            <a:ext cx="554272" cy="26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5E7C06A-F809-CFF5-07A3-F4205A33DB44}"/>
              </a:ext>
            </a:extLst>
          </p:cNvPr>
          <p:cNvCxnSpPr>
            <a:cxnSpLocks/>
            <a:stCxn id="4" idx="5"/>
            <a:endCxn id="12" idx="2"/>
          </p:cNvCxnSpPr>
          <p:nvPr/>
        </p:nvCxnSpPr>
        <p:spPr>
          <a:xfrm>
            <a:off x="2312726" y="1734450"/>
            <a:ext cx="533469" cy="207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C61C00A-89C1-44B3-C49B-A00C060E0729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1313983" y="2055526"/>
            <a:ext cx="208935" cy="150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A388D55-FB56-8CAA-1B5B-5B65345235F5}"/>
              </a:ext>
            </a:extLst>
          </p:cNvPr>
          <p:cNvCxnSpPr>
            <a:cxnSpLocks/>
            <a:stCxn id="11" idx="2"/>
            <a:endCxn id="8" idx="5"/>
          </p:cNvCxnSpPr>
          <p:nvPr/>
        </p:nvCxnSpPr>
        <p:spPr>
          <a:xfrm flipH="1" flipV="1">
            <a:off x="1629635" y="2055526"/>
            <a:ext cx="212476" cy="209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128DB37-A298-DB78-F7ED-0C0FEFEBA359}"/>
              </a:ext>
            </a:extLst>
          </p:cNvPr>
          <p:cNvCxnSpPr>
            <a:cxnSpLocks/>
            <a:stCxn id="12" idx="3"/>
            <a:endCxn id="17" idx="7"/>
          </p:cNvCxnSpPr>
          <p:nvPr/>
        </p:nvCxnSpPr>
        <p:spPr>
          <a:xfrm flipH="1">
            <a:off x="2636755" y="2001763"/>
            <a:ext cx="231542" cy="18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1C03D41-BAEE-24D7-C518-5232FFF21E00}"/>
              </a:ext>
            </a:extLst>
          </p:cNvPr>
          <p:cNvCxnSpPr>
            <a:cxnSpLocks/>
            <a:stCxn id="12" idx="5"/>
            <a:endCxn id="13" idx="1"/>
          </p:cNvCxnSpPr>
          <p:nvPr/>
        </p:nvCxnSpPr>
        <p:spPr>
          <a:xfrm>
            <a:off x="2975014" y="2001763"/>
            <a:ext cx="259160" cy="209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2643FBA-2052-07FC-C7DC-6589AFEA524E}"/>
              </a:ext>
            </a:extLst>
          </p:cNvPr>
          <p:cNvCxnSpPr>
            <a:cxnSpLocks/>
            <a:stCxn id="16" idx="0"/>
            <a:endCxn id="9" idx="4"/>
          </p:cNvCxnSpPr>
          <p:nvPr/>
        </p:nvCxnSpPr>
        <p:spPr>
          <a:xfrm flipV="1">
            <a:off x="1109704" y="2349523"/>
            <a:ext cx="150921" cy="15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F89E2E9-DF4E-9B1E-69DD-947BC7787962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1260625" y="2349523"/>
            <a:ext cx="150921" cy="162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CCFC7F8-D104-0C1E-7F59-2E3A37736864}"/>
              </a:ext>
            </a:extLst>
          </p:cNvPr>
          <p:cNvCxnSpPr>
            <a:cxnSpLocks/>
            <a:stCxn id="7" idx="0"/>
            <a:endCxn id="11" idx="4"/>
          </p:cNvCxnSpPr>
          <p:nvPr/>
        </p:nvCxnSpPr>
        <p:spPr>
          <a:xfrm flipV="1">
            <a:off x="1744460" y="2349523"/>
            <a:ext cx="173112" cy="173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80AA91A-7291-5F3B-2F35-190ADA13BA07}"/>
              </a:ext>
            </a:extLst>
          </p:cNvPr>
          <p:cNvCxnSpPr>
            <a:cxnSpLocks/>
            <a:stCxn id="6" idx="0"/>
            <a:endCxn id="17" idx="4"/>
          </p:cNvCxnSpPr>
          <p:nvPr/>
        </p:nvCxnSpPr>
        <p:spPr>
          <a:xfrm flipV="1">
            <a:off x="2410289" y="2334725"/>
            <a:ext cx="173108" cy="17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9BD615B-9A4A-E533-A524-67CA712F6817}"/>
              </a:ext>
            </a:extLst>
          </p:cNvPr>
          <p:cNvCxnSpPr>
            <a:cxnSpLocks/>
            <a:stCxn id="19" idx="0"/>
            <a:endCxn id="13" idx="4"/>
          </p:cNvCxnSpPr>
          <p:nvPr/>
        </p:nvCxnSpPr>
        <p:spPr>
          <a:xfrm flipV="1">
            <a:off x="3148449" y="2354944"/>
            <a:ext cx="139084" cy="167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917AD71-9AA0-8401-B6D9-F3E640AFEDE4}"/>
              </a:ext>
            </a:extLst>
          </p:cNvPr>
          <p:cNvCxnSpPr>
            <a:cxnSpLocks/>
            <a:stCxn id="10" idx="0"/>
            <a:endCxn id="11" idx="4"/>
          </p:cNvCxnSpPr>
          <p:nvPr/>
        </p:nvCxnSpPr>
        <p:spPr>
          <a:xfrm flipH="1" flipV="1">
            <a:off x="1917572" y="2349523"/>
            <a:ext cx="190875" cy="162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E8AA07B8-8F28-7346-AF60-E9D6CAB5D02E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H="1" flipV="1">
            <a:off x="2583397" y="2334725"/>
            <a:ext cx="192678" cy="188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357DC3D-1781-99E7-4962-583FFEBB7B1D}"/>
              </a:ext>
            </a:extLst>
          </p:cNvPr>
          <p:cNvCxnSpPr>
            <a:cxnSpLocks/>
            <a:stCxn id="14" idx="1"/>
            <a:endCxn id="13" idx="4"/>
          </p:cNvCxnSpPr>
          <p:nvPr/>
        </p:nvCxnSpPr>
        <p:spPr>
          <a:xfrm flipH="1" flipV="1">
            <a:off x="3287533" y="2354944"/>
            <a:ext cx="163065" cy="192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B244524-738E-6EBE-9E4F-7B42CD019C28}"/>
              </a:ext>
            </a:extLst>
          </p:cNvPr>
          <p:cNvCxnSpPr>
            <a:endCxn id="12" idx="1"/>
          </p:cNvCxnSpPr>
          <p:nvPr/>
        </p:nvCxnSpPr>
        <p:spPr>
          <a:xfrm>
            <a:off x="2410288" y="1674813"/>
            <a:ext cx="435907" cy="16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DC83675-4FF9-421D-CDDA-3425B3A76F9B}"/>
              </a:ext>
            </a:extLst>
          </p:cNvPr>
          <p:cNvCxnSpPr>
            <a:cxnSpLocks/>
          </p:cNvCxnSpPr>
          <p:nvPr/>
        </p:nvCxnSpPr>
        <p:spPr>
          <a:xfrm>
            <a:off x="3072988" y="1942126"/>
            <a:ext cx="214544" cy="164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9B852E2-8697-A9B7-644C-F20ED0E88DCB}"/>
              </a:ext>
            </a:extLst>
          </p:cNvPr>
          <p:cNvCxnSpPr/>
          <p:nvPr/>
        </p:nvCxnSpPr>
        <p:spPr>
          <a:xfrm>
            <a:off x="3428496" y="2265184"/>
            <a:ext cx="150921" cy="18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椭圆 178">
            <a:extLst>
              <a:ext uri="{FF2B5EF4-FFF2-40B4-BE49-F238E27FC236}">
                <a16:creationId xmlns:a16="http://schemas.microsoft.com/office/drawing/2014/main" id="{76944A11-A041-D25F-0C23-19203176DB53}"/>
              </a:ext>
            </a:extLst>
          </p:cNvPr>
          <p:cNvSpPr/>
          <p:nvPr/>
        </p:nvSpPr>
        <p:spPr>
          <a:xfrm>
            <a:off x="5688047" y="1536711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05AF42F8-0DE6-4195-4356-FED016A6166D}"/>
              </a:ext>
            </a:extLst>
          </p:cNvPr>
          <p:cNvSpPr/>
          <p:nvPr/>
        </p:nvSpPr>
        <p:spPr>
          <a:xfrm>
            <a:off x="5838968" y="2458508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39FC6D5F-F2B8-8931-3A39-D760D9821F48}"/>
              </a:ext>
            </a:extLst>
          </p:cNvPr>
          <p:cNvSpPr/>
          <p:nvPr/>
        </p:nvSpPr>
        <p:spPr>
          <a:xfrm>
            <a:off x="5173139" y="2469605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36A13186-3358-CB18-92CE-45F5A31ABCD3}"/>
              </a:ext>
            </a:extLst>
          </p:cNvPr>
          <p:cNvSpPr/>
          <p:nvPr/>
        </p:nvSpPr>
        <p:spPr>
          <a:xfrm>
            <a:off x="5004956" y="1857787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73AE8BC7-F27B-4E5D-A178-ED8FD8D93E05}"/>
              </a:ext>
            </a:extLst>
          </p:cNvPr>
          <p:cNvSpPr/>
          <p:nvPr/>
        </p:nvSpPr>
        <p:spPr>
          <a:xfrm>
            <a:off x="4689304" y="2127082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856A8336-E5A0-5B86-5726-2F4DB3642C41}"/>
              </a:ext>
            </a:extLst>
          </p:cNvPr>
          <p:cNvSpPr/>
          <p:nvPr/>
        </p:nvSpPr>
        <p:spPr>
          <a:xfrm>
            <a:off x="5537126" y="2458509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56BB05AF-057B-4973-C54C-7A1235EF3194}"/>
              </a:ext>
            </a:extLst>
          </p:cNvPr>
          <p:cNvSpPr/>
          <p:nvPr/>
        </p:nvSpPr>
        <p:spPr>
          <a:xfrm>
            <a:off x="5346251" y="2127082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90020F9B-C786-D42B-5139-926C5A4A0BCA}"/>
              </a:ext>
            </a:extLst>
          </p:cNvPr>
          <p:cNvSpPr/>
          <p:nvPr/>
        </p:nvSpPr>
        <p:spPr>
          <a:xfrm>
            <a:off x="6350335" y="1804024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678A3D2E-4BAE-427F-0FBD-025EFA9FFC68}"/>
              </a:ext>
            </a:extLst>
          </p:cNvPr>
          <p:cNvSpPr/>
          <p:nvPr/>
        </p:nvSpPr>
        <p:spPr>
          <a:xfrm>
            <a:off x="6716212" y="2132503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0817974C-593B-25A3-E448-936CFDDFF98A}"/>
              </a:ext>
            </a:extLst>
          </p:cNvPr>
          <p:cNvSpPr/>
          <p:nvPr/>
        </p:nvSpPr>
        <p:spPr>
          <a:xfrm>
            <a:off x="6932636" y="2468864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13B8C07D-B9DF-4217-609E-DEDAA938660E}"/>
              </a:ext>
            </a:extLst>
          </p:cNvPr>
          <p:cNvSpPr/>
          <p:nvPr/>
        </p:nvSpPr>
        <p:spPr>
          <a:xfrm>
            <a:off x="4840225" y="2458508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3009B877-71D4-1AEE-7F66-35EFAF28FCDE}"/>
              </a:ext>
            </a:extLst>
          </p:cNvPr>
          <p:cNvSpPr/>
          <p:nvPr/>
        </p:nvSpPr>
        <p:spPr>
          <a:xfrm>
            <a:off x="4538383" y="2446669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99F9C9D2-FC93-2418-3C84-98837DBDF708}"/>
              </a:ext>
            </a:extLst>
          </p:cNvPr>
          <p:cNvSpPr/>
          <p:nvPr/>
        </p:nvSpPr>
        <p:spPr>
          <a:xfrm>
            <a:off x="6012076" y="2112284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A1A1585C-2ECD-26F0-864B-A8EB9507E69E}"/>
              </a:ext>
            </a:extLst>
          </p:cNvPr>
          <p:cNvSpPr/>
          <p:nvPr/>
        </p:nvSpPr>
        <p:spPr>
          <a:xfrm>
            <a:off x="6204754" y="2469605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DD813F9A-7D6D-2B18-F418-E96912D9DDEE}"/>
              </a:ext>
            </a:extLst>
          </p:cNvPr>
          <p:cNvSpPr/>
          <p:nvPr/>
        </p:nvSpPr>
        <p:spPr>
          <a:xfrm>
            <a:off x="6577128" y="2468864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014F5513-F4E7-1E79-B128-F0E13F17228D}"/>
              </a:ext>
            </a:extLst>
          </p:cNvPr>
          <p:cNvCxnSpPr>
            <a:cxnSpLocks/>
            <a:stCxn id="179" idx="3"/>
            <a:endCxn id="182" idx="6"/>
          </p:cNvCxnSpPr>
          <p:nvPr/>
        </p:nvCxnSpPr>
        <p:spPr>
          <a:xfrm flipH="1">
            <a:off x="5155877" y="1680686"/>
            <a:ext cx="554272" cy="26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42BDFCC5-53A2-5F02-5A75-9CC2B8482A61}"/>
              </a:ext>
            </a:extLst>
          </p:cNvPr>
          <p:cNvCxnSpPr>
            <a:cxnSpLocks/>
            <a:stCxn id="179" idx="5"/>
            <a:endCxn id="186" idx="2"/>
          </p:cNvCxnSpPr>
          <p:nvPr/>
        </p:nvCxnSpPr>
        <p:spPr>
          <a:xfrm>
            <a:off x="5816866" y="1680686"/>
            <a:ext cx="533469" cy="207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FD29D464-4D87-F40F-A0EE-09D42A57277E}"/>
              </a:ext>
            </a:extLst>
          </p:cNvPr>
          <p:cNvCxnSpPr>
            <a:cxnSpLocks/>
            <a:stCxn id="183" idx="7"/>
            <a:endCxn id="182" idx="3"/>
          </p:cNvCxnSpPr>
          <p:nvPr/>
        </p:nvCxnSpPr>
        <p:spPr>
          <a:xfrm flipV="1">
            <a:off x="4818123" y="2001762"/>
            <a:ext cx="208935" cy="150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19D9460A-853C-B644-9E99-826D5E5A6DE4}"/>
              </a:ext>
            </a:extLst>
          </p:cNvPr>
          <p:cNvCxnSpPr>
            <a:cxnSpLocks/>
            <a:stCxn id="185" idx="2"/>
            <a:endCxn id="182" idx="5"/>
          </p:cNvCxnSpPr>
          <p:nvPr/>
        </p:nvCxnSpPr>
        <p:spPr>
          <a:xfrm flipH="1" flipV="1">
            <a:off x="5133775" y="2001762"/>
            <a:ext cx="212476" cy="209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04D0AF61-382C-339B-F1ED-11FCF7C98536}"/>
              </a:ext>
            </a:extLst>
          </p:cNvPr>
          <p:cNvCxnSpPr>
            <a:cxnSpLocks/>
            <a:stCxn id="186" idx="3"/>
            <a:endCxn id="191" idx="7"/>
          </p:cNvCxnSpPr>
          <p:nvPr/>
        </p:nvCxnSpPr>
        <p:spPr>
          <a:xfrm flipH="1">
            <a:off x="6140895" y="1947999"/>
            <a:ext cx="231542" cy="18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B78242DC-A940-FE5C-6276-1D1D44697D9C}"/>
              </a:ext>
            </a:extLst>
          </p:cNvPr>
          <p:cNvCxnSpPr>
            <a:cxnSpLocks/>
            <a:stCxn id="186" idx="5"/>
            <a:endCxn id="187" idx="1"/>
          </p:cNvCxnSpPr>
          <p:nvPr/>
        </p:nvCxnSpPr>
        <p:spPr>
          <a:xfrm>
            <a:off x="6479154" y="1947999"/>
            <a:ext cx="259160" cy="209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27B1121C-EA31-2D8F-C2CE-6AB4DA0847D8}"/>
              </a:ext>
            </a:extLst>
          </p:cNvPr>
          <p:cNvCxnSpPr>
            <a:cxnSpLocks/>
            <a:stCxn id="190" idx="0"/>
            <a:endCxn id="183" idx="4"/>
          </p:cNvCxnSpPr>
          <p:nvPr/>
        </p:nvCxnSpPr>
        <p:spPr>
          <a:xfrm flipV="1">
            <a:off x="4613844" y="2295759"/>
            <a:ext cx="150921" cy="15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42568645-6499-DC22-D6CA-8484A81B9943}"/>
              </a:ext>
            </a:extLst>
          </p:cNvPr>
          <p:cNvCxnSpPr>
            <a:cxnSpLocks/>
            <a:stCxn id="189" idx="0"/>
            <a:endCxn id="183" idx="4"/>
          </p:cNvCxnSpPr>
          <p:nvPr/>
        </p:nvCxnSpPr>
        <p:spPr>
          <a:xfrm flipH="1" flipV="1">
            <a:off x="4764765" y="2295759"/>
            <a:ext cx="150921" cy="162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03BF1C24-B900-784D-938A-5306FB042BFF}"/>
              </a:ext>
            </a:extLst>
          </p:cNvPr>
          <p:cNvCxnSpPr>
            <a:cxnSpLocks/>
            <a:stCxn id="181" idx="0"/>
            <a:endCxn id="185" idx="4"/>
          </p:cNvCxnSpPr>
          <p:nvPr/>
        </p:nvCxnSpPr>
        <p:spPr>
          <a:xfrm flipV="1">
            <a:off x="5248600" y="2295759"/>
            <a:ext cx="173112" cy="173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82E6772B-4C13-51E7-E50B-C9FC76DCD66B}"/>
              </a:ext>
            </a:extLst>
          </p:cNvPr>
          <p:cNvCxnSpPr>
            <a:cxnSpLocks/>
            <a:stCxn id="180" idx="0"/>
            <a:endCxn id="191" idx="4"/>
          </p:cNvCxnSpPr>
          <p:nvPr/>
        </p:nvCxnSpPr>
        <p:spPr>
          <a:xfrm flipV="1">
            <a:off x="5914429" y="2280961"/>
            <a:ext cx="173108" cy="17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82175001-0319-252C-8BAD-AE2A07956946}"/>
              </a:ext>
            </a:extLst>
          </p:cNvPr>
          <p:cNvCxnSpPr>
            <a:cxnSpLocks/>
            <a:stCxn id="193" idx="0"/>
            <a:endCxn id="187" idx="4"/>
          </p:cNvCxnSpPr>
          <p:nvPr/>
        </p:nvCxnSpPr>
        <p:spPr>
          <a:xfrm flipV="1">
            <a:off x="6652589" y="2301180"/>
            <a:ext cx="139084" cy="167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EEF2A8A2-BFC8-F08A-1726-205B3F377E2E}"/>
              </a:ext>
            </a:extLst>
          </p:cNvPr>
          <p:cNvCxnSpPr>
            <a:cxnSpLocks/>
            <a:stCxn id="184" idx="0"/>
            <a:endCxn id="185" idx="4"/>
          </p:cNvCxnSpPr>
          <p:nvPr/>
        </p:nvCxnSpPr>
        <p:spPr>
          <a:xfrm flipH="1" flipV="1">
            <a:off x="5421712" y="2295759"/>
            <a:ext cx="190875" cy="162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A99F4537-231E-EC65-D2A9-F430756D289F}"/>
              </a:ext>
            </a:extLst>
          </p:cNvPr>
          <p:cNvCxnSpPr>
            <a:cxnSpLocks/>
            <a:stCxn id="192" idx="0"/>
            <a:endCxn id="191" idx="4"/>
          </p:cNvCxnSpPr>
          <p:nvPr/>
        </p:nvCxnSpPr>
        <p:spPr>
          <a:xfrm flipH="1" flipV="1">
            <a:off x="6087537" y="2280961"/>
            <a:ext cx="192678" cy="188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CC5644E8-4A47-8243-10C5-51750AF5F724}"/>
              </a:ext>
            </a:extLst>
          </p:cNvPr>
          <p:cNvCxnSpPr>
            <a:cxnSpLocks/>
            <a:stCxn id="188" idx="1"/>
            <a:endCxn id="187" idx="4"/>
          </p:cNvCxnSpPr>
          <p:nvPr/>
        </p:nvCxnSpPr>
        <p:spPr>
          <a:xfrm flipH="1" flipV="1">
            <a:off x="6791673" y="2301180"/>
            <a:ext cx="163065" cy="192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8A51AF0E-8F1D-EA54-2213-41AD647CC638}"/>
              </a:ext>
            </a:extLst>
          </p:cNvPr>
          <p:cNvCxnSpPr>
            <a:endCxn id="186" idx="1"/>
          </p:cNvCxnSpPr>
          <p:nvPr/>
        </p:nvCxnSpPr>
        <p:spPr>
          <a:xfrm>
            <a:off x="5914428" y="1621049"/>
            <a:ext cx="435907" cy="16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DCDE1A75-F97A-0586-EB8A-0813F2E00EFF}"/>
              </a:ext>
            </a:extLst>
          </p:cNvPr>
          <p:cNvCxnSpPr>
            <a:cxnSpLocks/>
          </p:cNvCxnSpPr>
          <p:nvPr/>
        </p:nvCxnSpPr>
        <p:spPr>
          <a:xfrm>
            <a:off x="6577128" y="1888362"/>
            <a:ext cx="214544" cy="164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9E422CC3-2301-E55C-2A95-5A320218050F}"/>
              </a:ext>
            </a:extLst>
          </p:cNvPr>
          <p:cNvCxnSpPr>
            <a:cxnSpLocks/>
          </p:cNvCxnSpPr>
          <p:nvPr/>
        </p:nvCxnSpPr>
        <p:spPr>
          <a:xfrm flipH="1">
            <a:off x="6518102" y="2302788"/>
            <a:ext cx="166298" cy="190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椭圆 210">
            <a:extLst>
              <a:ext uri="{FF2B5EF4-FFF2-40B4-BE49-F238E27FC236}">
                <a16:creationId xmlns:a16="http://schemas.microsoft.com/office/drawing/2014/main" id="{58F5818B-AE96-3BDB-847F-62BEB8AAF3C3}"/>
              </a:ext>
            </a:extLst>
          </p:cNvPr>
          <p:cNvSpPr/>
          <p:nvPr/>
        </p:nvSpPr>
        <p:spPr>
          <a:xfrm>
            <a:off x="9959358" y="1561413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198AC793-F122-006D-B781-F888FFB44EDB}"/>
              </a:ext>
            </a:extLst>
          </p:cNvPr>
          <p:cNvSpPr/>
          <p:nvPr/>
        </p:nvSpPr>
        <p:spPr>
          <a:xfrm>
            <a:off x="10110279" y="2483210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872BD425-BAAC-530A-FE75-1F9F32391A93}"/>
              </a:ext>
            </a:extLst>
          </p:cNvPr>
          <p:cNvSpPr/>
          <p:nvPr/>
        </p:nvSpPr>
        <p:spPr>
          <a:xfrm>
            <a:off x="9444450" y="2494307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6519050B-F536-EF84-46F1-E949601E6424}"/>
              </a:ext>
            </a:extLst>
          </p:cNvPr>
          <p:cNvSpPr/>
          <p:nvPr/>
        </p:nvSpPr>
        <p:spPr>
          <a:xfrm>
            <a:off x="9276267" y="1882489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A0D7797-4818-5D6C-235F-3C29323EB2B6}"/>
              </a:ext>
            </a:extLst>
          </p:cNvPr>
          <p:cNvSpPr/>
          <p:nvPr/>
        </p:nvSpPr>
        <p:spPr>
          <a:xfrm>
            <a:off x="8960615" y="2151784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EFB8DFA8-E894-3A51-4604-B82D3450556A}"/>
              </a:ext>
            </a:extLst>
          </p:cNvPr>
          <p:cNvSpPr/>
          <p:nvPr/>
        </p:nvSpPr>
        <p:spPr>
          <a:xfrm>
            <a:off x="9808437" y="2483211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1435245F-4C48-303B-D760-EAF8F398A87D}"/>
              </a:ext>
            </a:extLst>
          </p:cNvPr>
          <p:cNvSpPr/>
          <p:nvPr/>
        </p:nvSpPr>
        <p:spPr>
          <a:xfrm>
            <a:off x="9617562" y="2151784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F606A80D-941F-DC4A-BBA4-1C05857753FB}"/>
              </a:ext>
            </a:extLst>
          </p:cNvPr>
          <p:cNvSpPr/>
          <p:nvPr/>
        </p:nvSpPr>
        <p:spPr>
          <a:xfrm>
            <a:off x="10621646" y="1828726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9293BAEC-E541-B582-BF6A-43CC5C81E645}"/>
              </a:ext>
            </a:extLst>
          </p:cNvPr>
          <p:cNvSpPr/>
          <p:nvPr/>
        </p:nvSpPr>
        <p:spPr>
          <a:xfrm>
            <a:off x="10987523" y="2157205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3F75D3B9-AE2B-B7CA-3E24-2224AAAA4162}"/>
              </a:ext>
            </a:extLst>
          </p:cNvPr>
          <p:cNvSpPr/>
          <p:nvPr/>
        </p:nvSpPr>
        <p:spPr>
          <a:xfrm>
            <a:off x="11203947" y="2493566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46AD11D6-8B53-4B36-D406-BCF3858E4D5E}"/>
              </a:ext>
            </a:extLst>
          </p:cNvPr>
          <p:cNvSpPr/>
          <p:nvPr/>
        </p:nvSpPr>
        <p:spPr>
          <a:xfrm>
            <a:off x="9111536" y="2483210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E2C81A5A-9AE2-5A7A-994D-1C715BCE46EC}"/>
              </a:ext>
            </a:extLst>
          </p:cNvPr>
          <p:cNvSpPr/>
          <p:nvPr/>
        </p:nvSpPr>
        <p:spPr>
          <a:xfrm>
            <a:off x="8809694" y="2471371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345EA919-6E71-8F62-3982-742AD3D86782}"/>
              </a:ext>
            </a:extLst>
          </p:cNvPr>
          <p:cNvSpPr/>
          <p:nvPr/>
        </p:nvSpPr>
        <p:spPr>
          <a:xfrm>
            <a:off x="10283387" y="2136986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276A12DD-71C0-8091-DAE5-000328EB6EFB}"/>
              </a:ext>
            </a:extLst>
          </p:cNvPr>
          <p:cNvSpPr/>
          <p:nvPr/>
        </p:nvSpPr>
        <p:spPr>
          <a:xfrm>
            <a:off x="10476065" y="2494307"/>
            <a:ext cx="150921" cy="16867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0434B8F7-AFA1-18D8-58ED-70A91BFB7577}"/>
              </a:ext>
            </a:extLst>
          </p:cNvPr>
          <p:cNvSpPr/>
          <p:nvPr/>
        </p:nvSpPr>
        <p:spPr>
          <a:xfrm>
            <a:off x="10848439" y="2493566"/>
            <a:ext cx="150921" cy="1686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B0A31475-6431-7A2E-F4D2-80429E80CA4A}"/>
              </a:ext>
            </a:extLst>
          </p:cNvPr>
          <p:cNvCxnSpPr>
            <a:cxnSpLocks/>
            <a:stCxn id="211" idx="3"/>
            <a:endCxn id="214" idx="6"/>
          </p:cNvCxnSpPr>
          <p:nvPr/>
        </p:nvCxnSpPr>
        <p:spPr>
          <a:xfrm flipH="1">
            <a:off x="9427188" y="1705388"/>
            <a:ext cx="554272" cy="26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D7B0AF41-5C8A-6BCC-44E3-6E7A1DC445BE}"/>
              </a:ext>
            </a:extLst>
          </p:cNvPr>
          <p:cNvCxnSpPr>
            <a:cxnSpLocks/>
            <a:stCxn id="211" idx="5"/>
            <a:endCxn id="218" idx="2"/>
          </p:cNvCxnSpPr>
          <p:nvPr/>
        </p:nvCxnSpPr>
        <p:spPr>
          <a:xfrm>
            <a:off x="10088177" y="1705388"/>
            <a:ext cx="533469" cy="207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FC2D1C1D-3EA3-AF71-883C-04BA10B9BE56}"/>
              </a:ext>
            </a:extLst>
          </p:cNvPr>
          <p:cNvCxnSpPr>
            <a:cxnSpLocks/>
            <a:stCxn id="215" idx="7"/>
            <a:endCxn id="214" idx="3"/>
          </p:cNvCxnSpPr>
          <p:nvPr/>
        </p:nvCxnSpPr>
        <p:spPr>
          <a:xfrm flipV="1">
            <a:off x="9089434" y="2026464"/>
            <a:ext cx="208935" cy="150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7A26C877-600F-AE85-4095-EF7E95AECE39}"/>
              </a:ext>
            </a:extLst>
          </p:cNvPr>
          <p:cNvCxnSpPr>
            <a:cxnSpLocks/>
            <a:stCxn id="217" idx="2"/>
            <a:endCxn id="214" idx="5"/>
          </p:cNvCxnSpPr>
          <p:nvPr/>
        </p:nvCxnSpPr>
        <p:spPr>
          <a:xfrm flipH="1" flipV="1">
            <a:off x="9405086" y="2026464"/>
            <a:ext cx="212476" cy="209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ABD254C8-6708-4229-50C7-9A18B88D3D22}"/>
              </a:ext>
            </a:extLst>
          </p:cNvPr>
          <p:cNvCxnSpPr>
            <a:cxnSpLocks/>
            <a:stCxn id="218" idx="3"/>
            <a:endCxn id="223" idx="7"/>
          </p:cNvCxnSpPr>
          <p:nvPr/>
        </p:nvCxnSpPr>
        <p:spPr>
          <a:xfrm flipH="1">
            <a:off x="10412206" y="1972701"/>
            <a:ext cx="231542" cy="18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4097D9F4-B15A-3D88-8D94-28FD7AA6EDB2}"/>
              </a:ext>
            </a:extLst>
          </p:cNvPr>
          <p:cNvCxnSpPr>
            <a:cxnSpLocks/>
            <a:stCxn id="218" idx="5"/>
            <a:endCxn id="219" idx="1"/>
          </p:cNvCxnSpPr>
          <p:nvPr/>
        </p:nvCxnSpPr>
        <p:spPr>
          <a:xfrm>
            <a:off x="10750465" y="1972701"/>
            <a:ext cx="259160" cy="209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0AF1B4FD-144D-8F5F-0EF8-FF69D0510506}"/>
              </a:ext>
            </a:extLst>
          </p:cNvPr>
          <p:cNvCxnSpPr>
            <a:cxnSpLocks/>
            <a:stCxn id="222" idx="0"/>
            <a:endCxn id="215" idx="4"/>
          </p:cNvCxnSpPr>
          <p:nvPr/>
        </p:nvCxnSpPr>
        <p:spPr>
          <a:xfrm flipV="1">
            <a:off x="8885155" y="2320461"/>
            <a:ext cx="150921" cy="15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BC4A3F0D-FAE2-CFE6-E86D-45ACFC44C222}"/>
              </a:ext>
            </a:extLst>
          </p:cNvPr>
          <p:cNvCxnSpPr>
            <a:cxnSpLocks/>
            <a:stCxn id="221" idx="0"/>
            <a:endCxn id="215" idx="4"/>
          </p:cNvCxnSpPr>
          <p:nvPr/>
        </p:nvCxnSpPr>
        <p:spPr>
          <a:xfrm flipH="1" flipV="1">
            <a:off x="9036076" y="2320461"/>
            <a:ext cx="150921" cy="162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4C907598-56EE-412E-F6A3-949FD3D3982D}"/>
              </a:ext>
            </a:extLst>
          </p:cNvPr>
          <p:cNvCxnSpPr>
            <a:cxnSpLocks/>
            <a:stCxn id="213" idx="0"/>
            <a:endCxn id="217" idx="4"/>
          </p:cNvCxnSpPr>
          <p:nvPr/>
        </p:nvCxnSpPr>
        <p:spPr>
          <a:xfrm flipV="1">
            <a:off x="9519911" y="2320461"/>
            <a:ext cx="173112" cy="173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CE0E6D38-7C8C-3184-28BF-2F0E057DE89B}"/>
              </a:ext>
            </a:extLst>
          </p:cNvPr>
          <p:cNvCxnSpPr>
            <a:cxnSpLocks/>
            <a:stCxn id="212" idx="0"/>
            <a:endCxn id="223" idx="4"/>
          </p:cNvCxnSpPr>
          <p:nvPr/>
        </p:nvCxnSpPr>
        <p:spPr>
          <a:xfrm flipV="1">
            <a:off x="10185740" y="2305663"/>
            <a:ext cx="173108" cy="17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A6AC9EEA-CB90-4793-ACB5-9EA37338CB9B}"/>
              </a:ext>
            </a:extLst>
          </p:cNvPr>
          <p:cNvCxnSpPr>
            <a:cxnSpLocks/>
            <a:stCxn id="225" idx="0"/>
            <a:endCxn id="219" idx="4"/>
          </p:cNvCxnSpPr>
          <p:nvPr/>
        </p:nvCxnSpPr>
        <p:spPr>
          <a:xfrm flipV="1">
            <a:off x="10923900" y="2325882"/>
            <a:ext cx="139084" cy="167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CEB991A3-F715-1F99-2103-FB9ECA88C275}"/>
              </a:ext>
            </a:extLst>
          </p:cNvPr>
          <p:cNvCxnSpPr>
            <a:cxnSpLocks/>
            <a:stCxn id="216" idx="0"/>
            <a:endCxn id="217" idx="4"/>
          </p:cNvCxnSpPr>
          <p:nvPr/>
        </p:nvCxnSpPr>
        <p:spPr>
          <a:xfrm flipH="1" flipV="1">
            <a:off x="9693023" y="2320461"/>
            <a:ext cx="190875" cy="162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FF6B279C-87F9-CE8F-D43E-BFC07839749E}"/>
              </a:ext>
            </a:extLst>
          </p:cNvPr>
          <p:cNvCxnSpPr>
            <a:cxnSpLocks/>
            <a:stCxn id="224" idx="0"/>
            <a:endCxn id="223" idx="4"/>
          </p:cNvCxnSpPr>
          <p:nvPr/>
        </p:nvCxnSpPr>
        <p:spPr>
          <a:xfrm flipH="1" flipV="1">
            <a:off x="10358848" y="2305663"/>
            <a:ext cx="192678" cy="188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124BA80C-A7C8-9DDC-9C91-2616D4021C34}"/>
              </a:ext>
            </a:extLst>
          </p:cNvPr>
          <p:cNvCxnSpPr>
            <a:cxnSpLocks/>
            <a:stCxn id="220" idx="1"/>
            <a:endCxn id="219" idx="4"/>
          </p:cNvCxnSpPr>
          <p:nvPr/>
        </p:nvCxnSpPr>
        <p:spPr>
          <a:xfrm flipH="1" flipV="1">
            <a:off x="11062984" y="2325882"/>
            <a:ext cx="163065" cy="192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E7B3BBF0-9736-A482-C3E3-433BBFD4C426}"/>
              </a:ext>
            </a:extLst>
          </p:cNvPr>
          <p:cNvCxnSpPr>
            <a:endCxn id="218" idx="1"/>
          </p:cNvCxnSpPr>
          <p:nvPr/>
        </p:nvCxnSpPr>
        <p:spPr>
          <a:xfrm>
            <a:off x="10185739" y="1645751"/>
            <a:ext cx="435907" cy="16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54741C9D-8B50-514D-8776-02E43A638C42}"/>
              </a:ext>
            </a:extLst>
          </p:cNvPr>
          <p:cNvCxnSpPr>
            <a:cxnSpLocks/>
          </p:cNvCxnSpPr>
          <p:nvPr/>
        </p:nvCxnSpPr>
        <p:spPr>
          <a:xfrm flipH="1">
            <a:off x="10354911" y="1942121"/>
            <a:ext cx="181565" cy="134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454E11FA-FCF0-637E-AA28-C3DA4D123F62}"/>
              </a:ext>
            </a:extLst>
          </p:cNvPr>
          <p:cNvCxnSpPr/>
          <p:nvPr/>
        </p:nvCxnSpPr>
        <p:spPr>
          <a:xfrm>
            <a:off x="10465168" y="2292045"/>
            <a:ext cx="150921" cy="18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文本框 248">
            <a:extLst>
              <a:ext uri="{FF2B5EF4-FFF2-40B4-BE49-F238E27FC236}">
                <a16:creationId xmlns:a16="http://schemas.microsoft.com/office/drawing/2014/main" id="{BFD4F992-9937-7FE4-F460-45ECBBD0A018}"/>
              </a:ext>
            </a:extLst>
          </p:cNvPr>
          <p:cNvSpPr txBox="1"/>
          <p:nvPr/>
        </p:nvSpPr>
        <p:spPr>
          <a:xfrm>
            <a:off x="7573345" y="1787975"/>
            <a:ext cx="692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…</a:t>
            </a:r>
            <a:endParaRPr lang="zh-CN" altLang="en-US" sz="4400" b="1" dirty="0"/>
          </a:p>
        </p:txBody>
      </p: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181237E1-84D4-2732-8737-AB0BAE4789A1}"/>
              </a:ext>
            </a:extLst>
          </p:cNvPr>
          <p:cNvCxnSpPr>
            <a:cxnSpLocks/>
            <a:stCxn id="252" idx="2"/>
          </p:cNvCxnSpPr>
          <p:nvPr/>
        </p:nvCxnSpPr>
        <p:spPr>
          <a:xfrm>
            <a:off x="5710149" y="369332"/>
            <a:ext cx="53358" cy="10524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文本框 251">
            <a:extLst>
              <a:ext uri="{FF2B5EF4-FFF2-40B4-BE49-F238E27FC236}">
                <a16:creationId xmlns:a16="http://schemas.microsoft.com/office/drawing/2014/main" id="{D8C18659-8515-7F7A-44B1-04101FDD802D}"/>
              </a:ext>
            </a:extLst>
          </p:cNvPr>
          <p:cNvSpPr txBox="1"/>
          <p:nvPr/>
        </p:nvSpPr>
        <p:spPr>
          <a:xfrm>
            <a:off x="5381675" y="0"/>
            <a:ext cx="65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实例</a:t>
            </a:r>
          </a:p>
        </p:txBody>
      </p: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BD277EF7-F9C1-3947-1DC7-494962BA6AB2}"/>
              </a:ext>
            </a:extLst>
          </p:cNvPr>
          <p:cNvCxnSpPr>
            <a:cxnSpLocks/>
            <a:stCxn id="252" idx="2"/>
          </p:cNvCxnSpPr>
          <p:nvPr/>
        </p:nvCxnSpPr>
        <p:spPr>
          <a:xfrm>
            <a:off x="5710149" y="369332"/>
            <a:ext cx="4173748" cy="11562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3AC1F39C-7948-6B40-9009-F761E53BDE00}"/>
              </a:ext>
            </a:extLst>
          </p:cNvPr>
          <p:cNvCxnSpPr>
            <a:cxnSpLocks/>
            <a:stCxn id="252" idx="2"/>
          </p:cNvCxnSpPr>
          <p:nvPr/>
        </p:nvCxnSpPr>
        <p:spPr>
          <a:xfrm flipH="1">
            <a:off x="2410288" y="369332"/>
            <a:ext cx="3299861" cy="114549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文本框 260">
            <a:extLst>
              <a:ext uri="{FF2B5EF4-FFF2-40B4-BE49-F238E27FC236}">
                <a16:creationId xmlns:a16="http://schemas.microsoft.com/office/drawing/2014/main" id="{B48669B7-7909-AEC3-F60D-6CEABB7B929F}"/>
              </a:ext>
            </a:extLst>
          </p:cNvPr>
          <p:cNvSpPr txBox="1"/>
          <p:nvPr/>
        </p:nvSpPr>
        <p:spPr>
          <a:xfrm>
            <a:off x="1651732" y="2820879"/>
            <a:ext cx="14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决策树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1D443523-EC62-5A46-66F4-ABE0650D9E93}"/>
              </a:ext>
            </a:extLst>
          </p:cNvPr>
          <p:cNvSpPr txBox="1"/>
          <p:nvPr/>
        </p:nvSpPr>
        <p:spPr>
          <a:xfrm>
            <a:off x="5246510" y="2827998"/>
            <a:ext cx="14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决策树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99F4999F-21CA-79FD-4E1A-D2453344FC2E}"/>
              </a:ext>
            </a:extLst>
          </p:cNvPr>
          <p:cNvSpPr txBox="1"/>
          <p:nvPr/>
        </p:nvSpPr>
        <p:spPr>
          <a:xfrm>
            <a:off x="9640591" y="2827998"/>
            <a:ext cx="14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决策树</a:t>
            </a:r>
            <a:r>
              <a:rPr lang="en-US" altLang="zh-CN" dirty="0"/>
              <a:t> 3</a:t>
            </a:r>
            <a:endParaRPr lang="zh-CN" altLang="en-US" dirty="0"/>
          </a:p>
        </p:txBody>
      </p:sp>
      <p:sp>
        <p:nvSpPr>
          <p:cNvPr id="264" name="箭头: 下 263">
            <a:extLst>
              <a:ext uri="{FF2B5EF4-FFF2-40B4-BE49-F238E27FC236}">
                <a16:creationId xmlns:a16="http://schemas.microsoft.com/office/drawing/2014/main" id="{94EFC94F-EE56-1014-11F7-E3CFFAE77D9A}"/>
              </a:ext>
            </a:extLst>
          </p:cNvPr>
          <p:cNvSpPr/>
          <p:nvPr/>
        </p:nvSpPr>
        <p:spPr>
          <a:xfrm>
            <a:off x="1970930" y="3337262"/>
            <a:ext cx="341796" cy="595367"/>
          </a:xfrm>
          <a:prstGeom prst="down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箭头: 下 264">
            <a:extLst>
              <a:ext uri="{FF2B5EF4-FFF2-40B4-BE49-F238E27FC236}">
                <a16:creationId xmlns:a16="http://schemas.microsoft.com/office/drawing/2014/main" id="{41D4C3AC-477A-5248-E984-86F84AE001B4}"/>
              </a:ext>
            </a:extLst>
          </p:cNvPr>
          <p:cNvSpPr/>
          <p:nvPr/>
        </p:nvSpPr>
        <p:spPr>
          <a:xfrm>
            <a:off x="5617118" y="3297978"/>
            <a:ext cx="341796" cy="595367"/>
          </a:xfrm>
          <a:prstGeom prst="down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箭头: 下 265">
            <a:extLst>
              <a:ext uri="{FF2B5EF4-FFF2-40B4-BE49-F238E27FC236}">
                <a16:creationId xmlns:a16="http://schemas.microsoft.com/office/drawing/2014/main" id="{B82298CA-EFCA-9D68-34BE-5B1685CBC66C}"/>
              </a:ext>
            </a:extLst>
          </p:cNvPr>
          <p:cNvSpPr/>
          <p:nvPr/>
        </p:nvSpPr>
        <p:spPr>
          <a:xfrm>
            <a:off x="9999216" y="3297978"/>
            <a:ext cx="341796" cy="595367"/>
          </a:xfrm>
          <a:prstGeom prst="down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90A1E56E-BE85-2231-5FA9-0BD33BF15477}"/>
              </a:ext>
            </a:extLst>
          </p:cNvPr>
          <p:cNvSpPr txBox="1"/>
          <p:nvPr/>
        </p:nvSpPr>
        <p:spPr>
          <a:xfrm>
            <a:off x="1799042" y="4068963"/>
            <a:ext cx="68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 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3523DB9B-0A76-78EA-F99C-769AF070C04B}"/>
              </a:ext>
            </a:extLst>
          </p:cNvPr>
          <p:cNvSpPr txBox="1"/>
          <p:nvPr/>
        </p:nvSpPr>
        <p:spPr>
          <a:xfrm>
            <a:off x="5514610" y="4004296"/>
            <a:ext cx="60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 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FA704FD3-424D-C0F7-1FEC-B1AD28B8F1A4}"/>
              </a:ext>
            </a:extLst>
          </p:cNvPr>
          <p:cNvSpPr txBox="1"/>
          <p:nvPr/>
        </p:nvSpPr>
        <p:spPr>
          <a:xfrm>
            <a:off x="9856951" y="4030797"/>
            <a:ext cx="61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 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1F700C88-38A2-C477-A26F-1253BC93F80E}"/>
              </a:ext>
            </a:extLst>
          </p:cNvPr>
          <p:cNvSpPr txBox="1"/>
          <p:nvPr/>
        </p:nvSpPr>
        <p:spPr>
          <a:xfrm>
            <a:off x="5246510" y="4877864"/>
            <a:ext cx="1130095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多数决策</a:t>
            </a:r>
          </a:p>
        </p:txBody>
      </p: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E1D44C82-ECC1-AA83-96AD-5CC909A8249B}"/>
              </a:ext>
            </a:extLst>
          </p:cNvPr>
          <p:cNvCxnSpPr>
            <a:cxnSpLocks/>
            <a:stCxn id="268" idx="2"/>
            <a:endCxn id="270" idx="0"/>
          </p:cNvCxnSpPr>
          <p:nvPr/>
        </p:nvCxnSpPr>
        <p:spPr>
          <a:xfrm flipH="1">
            <a:off x="5811558" y="4373628"/>
            <a:ext cx="4666" cy="504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连接符: 肘形 275">
            <a:extLst>
              <a:ext uri="{FF2B5EF4-FFF2-40B4-BE49-F238E27FC236}">
                <a16:creationId xmlns:a16="http://schemas.microsoft.com/office/drawing/2014/main" id="{F0A617E4-D6D9-A8A5-F534-BD66C79B8762}"/>
              </a:ext>
            </a:extLst>
          </p:cNvPr>
          <p:cNvCxnSpPr>
            <a:cxnSpLocks/>
            <a:stCxn id="269" idx="2"/>
            <a:endCxn id="270" idx="3"/>
          </p:cNvCxnSpPr>
          <p:nvPr/>
        </p:nvCxnSpPr>
        <p:spPr>
          <a:xfrm rot="5400000">
            <a:off x="7940357" y="2836378"/>
            <a:ext cx="662401" cy="37899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连接符: 肘形 278">
            <a:extLst>
              <a:ext uri="{FF2B5EF4-FFF2-40B4-BE49-F238E27FC236}">
                <a16:creationId xmlns:a16="http://schemas.microsoft.com/office/drawing/2014/main" id="{D326E545-1D8E-B3F4-E828-97AF5D62742B}"/>
              </a:ext>
            </a:extLst>
          </p:cNvPr>
          <p:cNvCxnSpPr>
            <a:stCxn id="267" idx="2"/>
            <a:endCxn id="270" idx="1"/>
          </p:cNvCxnSpPr>
          <p:nvPr/>
        </p:nvCxnSpPr>
        <p:spPr>
          <a:xfrm rot="16200000" flipH="1">
            <a:off x="3382336" y="3198355"/>
            <a:ext cx="624235" cy="31041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箭头: 下 279">
            <a:extLst>
              <a:ext uri="{FF2B5EF4-FFF2-40B4-BE49-F238E27FC236}">
                <a16:creationId xmlns:a16="http://schemas.microsoft.com/office/drawing/2014/main" id="{4EA055EC-E1B4-B414-C581-0A612B9CBD22}"/>
              </a:ext>
            </a:extLst>
          </p:cNvPr>
          <p:cNvSpPr/>
          <p:nvPr/>
        </p:nvSpPr>
        <p:spPr>
          <a:xfrm>
            <a:off x="5661080" y="5403584"/>
            <a:ext cx="341796" cy="595367"/>
          </a:xfrm>
          <a:prstGeom prst="down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06139584-829C-3F83-0355-B966219B7235}"/>
              </a:ext>
            </a:extLst>
          </p:cNvPr>
          <p:cNvSpPr txBox="1"/>
          <p:nvPr/>
        </p:nvSpPr>
        <p:spPr>
          <a:xfrm>
            <a:off x="5281647" y="6196025"/>
            <a:ext cx="1130095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决策结果</a:t>
            </a:r>
          </a:p>
        </p:txBody>
      </p:sp>
    </p:spTree>
    <p:extLst>
      <p:ext uri="{BB962C8B-B14F-4D97-AF65-F5344CB8AC3E}">
        <p14:creationId xmlns:p14="http://schemas.microsoft.com/office/powerpoint/2010/main" val="203211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DEF9EF-DBD9-2360-1D37-B2CFD000E641}"/>
              </a:ext>
            </a:extLst>
          </p:cNvPr>
          <p:cNvSpPr txBox="1"/>
          <p:nvPr/>
        </p:nvSpPr>
        <p:spPr>
          <a:xfrm>
            <a:off x="5326603" y="5948039"/>
            <a:ext cx="112746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新的实例</a:t>
            </a:r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F14E8725-E244-E065-A073-D63F4DD78946}"/>
              </a:ext>
            </a:extLst>
          </p:cNvPr>
          <p:cNvSpPr/>
          <p:nvPr/>
        </p:nvSpPr>
        <p:spPr>
          <a:xfrm>
            <a:off x="3568823" y="4429956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73A813-F6F6-A876-C80A-05801214921D}"/>
              </a:ext>
            </a:extLst>
          </p:cNvPr>
          <p:cNvSpPr txBox="1"/>
          <p:nvPr/>
        </p:nvSpPr>
        <p:spPr>
          <a:xfrm>
            <a:off x="3612472" y="4457739"/>
            <a:ext cx="905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算法分类器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缺角矩形 10">
            <a:extLst>
              <a:ext uri="{FF2B5EF4-FFF2-40B4-BE49-F238E27FC236}">
                <a16:creationId xmlns:a16="http://schemas.microsoft.com/office/drawing/2014/main" id="{87206403-E70D-E07C-19E0-33D3D20B0668}"/>
              </a:ext>
            </a:extLst>
          </p:cNvPr>
          <p:cNvSpPr/>
          <p:nvPr/>
        </p:nvSpPr>
        <p:spPr>
          <a:xfrm>
            <a:off x="5407242" y="4429956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B4784E-8AFF-1D4F-8C2E-20123029E619}"/>
              </a:ext>
            </a:extLst>
          </p:cNvPr>
          <p:cNvSpPr txBox="1"/>
          <p:nvPr/>
        </p:nvSpPr>
        <p:spPr>
          <a:xfrm>
            <a:off x="5421668" y="4448862"/>
            <a:ext cx="905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B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算法分类器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缺角矩形 12">
            <a:extLst>
              <a:ext uri="{FF2B5EF4-FFF2-40B4-BE49-F238E27FC236}">
                <a16:creationId xmlns:a16="http://schemas.microsoft.com/office/drawing/2014/main" id="{04B3FA1D-1395-9BE4-25E1-F5F151E96295}"/>
              </a:ext>
            </a:extLst>
          </p:cNvPr>
          <p:cNvSpPr/>
          <p:nvPr/>
        </p:nvSpPr>
        <p:spPr>
          <a:xfrm>
            <a:off x="7335915" y="4421080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7CBB08-3CDE-9F33-FDEC-E1EDA4D8699C}"/>
              </a:ext>
            </a:extLst>
          </p:cNvPr>
          <p:cNvSpPr txBox="1"/>
          <p:nvPr/>
        </p:nvSpPr>
        <p:spPr>
          <a:xfrm>
            <a:off x="7362549" y="4448862"/>
            <a:ext cx="905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算法分类器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5699314-F9ED-D58A-5E31-2483AB187052}"/>
              </a:ext>
            </a:extLst>
          </p:cNvPr>
          <p:cNvSpPr/>
          <p:nvPr/>
        </p:nvSpPr>
        <p:spPr>
          <a:xfrm>
            <a:off x="3714013" y="3244146"/>
            <a:ext cx="493063" cy="40235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BEECB27-F51D-2472-F8A8-CD6194127878}"/>
              </a:ext>
            </a:extLst>
          </p:cNvPr>
          <p:cNvSpPr/>
          <p:nvPr/>
        </p:nvSpPr>
        <p:spPr>
          <a:xfrm>
            <a:off x="5523021" y="3243497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C1EF25A-2C79-AAF5-820D-5404E1B31288}"/>
              </a:ext>
            </a:extLst>
          </p:cNvPr>
          <p:cNvSpPr/>
          <p:nvPr/>
        </p:nvSpPr>
        <p:spPr>
          <a:xfrm>
            <a:off x="7457613" y="3235910"/>
            <a:ext cx="547455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BB623B-CE25-F41B-BEBB-3A0548184FB8}"/>
              </a:ext>
            </a:extLst>
          </p:cNvPr>
          <p:cNvSpPr txBox="1"/>
          <p:nvPr/>
        </p:nvSpPr>
        <p:spPr>
          <a:xfrm>
            <a:off x="3824985" y="3235910"/>
            <a:ext cx="297402" cy="380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84EAC7-9AA0-DD73-F75B-4F0EFC14CA68}"/>
              </a:ext>
            </a:extLst>
          </p:cNvPr>
          <p:cNvSpPr txBox="1"/>
          <p:nvPr/>
        </p:nvSpPr>
        <p:spPr>
          <a:xfrm>
            <a:off x="5642685" y="3254976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576983-E4BA-88C8-76A0-D4B73FA17AC0}"/>
              </a:ext>
            </a:extLst>
          </p:cNvPr>
          <p:cNvSpPr txBox="1"/>
          <p:nvPr/>
        </p:nvSpPr>
        <p:spPr>
          <a:xfrm>
            <a:off x="7562664" y="3204169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4" name="缺角矩形 23">
            <a:extLst>
              <a:ext uri="{FF2B5EF4-FFF2-40B4-BE49-F238E27FC236}">
                <a16:creationId xmlns:a16="http://schemas.microsoft.com/office/drawing/2014/main" id="{F4DA04EE-E20A-1963-ED57-912C50DDF6FC}"/>
              </a:ext>
            </a:extLst>
          </p:cNvPr>
          <p:cNvSpPr/>
          <p:nvPr/>
        </p:nvSpPr>
        <p:spPr>
          <a:xfrm>
            <a:off x="5326604" y="1715607"/>
            <a:ext cx="843377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7E183A-5BA7-02BE-D769-51635BCC60F4}"/>
              </a:ext>
            </a:extLst>
          </p:cNvPr>
          <p:cNvSpPr txBox="1"/>
          <p:nvPr/>
        </p:nvSpPr>
        <p:spPr>
          <a:xfrm>
            <a:off x="5238936" y="1848171"/>
            <a:ext cx="1127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上层算法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9A9130E-9DC6-7F40-7F5D-D4579086FFCC}"/>
              </a:ext>
            </a:extLst>
          </p:cNvPr>
          <p:cNvSpPr/>
          <p:nvPr/>
        </p:nvSpPr>
        <p:spPr>
          <a:xfrm>
            <a:off x="5450892" y="662167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0C34DE-6BE7-76F9-2D82-85D937F63159}"/>
              </a:ext>
            </a:extLst>
          </p:cNvPr>
          <p:cNvSpPr txBox="1"/>
          <p:nvPr/>
        </p:nvSpPr>
        <p:spPr>
          <a:xfrm>
            <a:off x="5574807" y="647373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69F4784-B688-8053-A184-A53F5F2D54EC}"/>
              </a:ext>
            </a:extLst>
          </p:cNvPr>
          <p:cNvCxnSpPr>
            <a:stCxn id="3" idx="1"/>
            <a:endCxn id="7" idx="2"/>
          </p:cNvCxnSpPr>
          <p:nvPr/>
        </p:nvCxnSpPr>
        <p:spPr>
          <a:xfrm rot="10800000">
            <a:off x="4065235" y="5042515"/>
            <a:ext cx="1261369" cy="10901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9D0B305-7CEE-C7A2-84BC-FCD64715420C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flipH="1" flipV="1">
            <a:off x="5874430" y="5033637"/>
            <a:ext cx="15905" cy="914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0A5BE90-D8CC-5A92-2929-8108BCB62AEA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6454067" y="5033637"/>
            <a:ext cx="1361244" cy="1099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EBDD5DF-A15E-C263-528B-898B66D869E5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flipV="1">
            <a:off x="3964250" y="3616340"/>
            <a:ext cx="9436" cy="81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315B6D5-9782-D80D-EBF3-8C403177D625}"/>
              </a:ext>
            </a:extLst>
          </p:cNvPr>
          <p:cNvCxnSpPr>
            <a:cxnSpLocks/>
            <a:stCxn id="11" idx="0"/>
            <a:endCxn id="16" idx="4"/>
          </p:cNvCxnSpPr>
          <p:nvPr/>
        </p:nvCxnSpPr>
        <p:spPr>
          <a:xfrm flipH="1" flipV="1">
            <a:off x="5802668" y="3634114"/>
            <a:ext cx="1" cy="79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2AE9088-BBFA-94B7-8AF0-A178D7DA2013}"/>
              </a:ext>
            </a:extLst>
          </p:cNvPr>
          <p:cNvCxnSpPr>
            <a:cxnSpLocks/>
            <a:stCxn id="13" idx="0"/>
            <a:endCxn id="17" idx="4"/>
          </p:cNvCxnSpPr>
          <p:nvPr/>
        </p:nvCxnSpPr>
        <p:spPr>
          <a:xfrm flipH="1" flipV="1">
            <a:off x="7731341" y="3626527"/>
            <a:ext cx="1" cy="79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8BDE3ED-1165-3DB3-B03D-D440E9E613F2}"/>
              </a:ext>
            </a:extLst>
          </p:cNvPr>
          <p:cNvCxnSpPr>
            <a:stCxn id="15" idx="7"/>
            <a:endCxn id="24" idx="2"/>
          </p:cNvCxnSpPr>
          <p:nvPr/>
        </p:nvCxnSpPr>
        <p:spPr>
          <a:xfrm flipV="1">
            <a:off x="4134869" y="2319289"/>
            <a:ext cx="1613424" cy="98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D1432E2-60A6-F29F-AF0B-34D1941C7228}"/>
              </a:ext>
            </a:extLst>
          </p:cNvPr>
          <p:cNvCxnSpPr>
            <a:cxnSpLocks/>
            <a:stCxn id="16" idx="0"/>
            <a:endCxn id="24" idx="2"/>
          </p:cNvCxnSpPr>
          <p:nvPr/>
        </p:nvCxnSpPr>
        <p:spPr>
          <a:xfrm flipH="1" flipV="1">
            <a:off x="5748293" y="2319289"/>
            <a:ext cx="54375" cy="92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6645A90-BC73-85D8-4AE6-749C728A0EC4}"/>
              </a:ext>
            </a:extLst>
          </p:cNvPr>
          <p:cNvCxnSpPr>
            <a:cxnSpLocks/>
            <a:stCxn id="17" idx="1"/>
            <a:endCxn id="24" idx="2"/>
          </p:cNvCxnSpPr>
          <p:nvPr/>
        </p:nvCxnSpPr>
        <p:spPr>
          <a:xfrm flipH="1" flipV="1">
            <a:off x="5748293" y="2319289"/>
            <a:ext cx="1789493" cy="9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702DE1F-03EE-4E06-9804-7F5EC535B37C}"/>
              </a:ext>
            </a:extLst>
          </p:cNvPr>
          <p:cNvCxnSpPr>
            <a:cxnSpLocks/>
            <a:stCxn id="24" idx="0"/>
            <a:endCxn id="26" idx="4"/>
          </p:cNvCxnSpPr>
          <p:nvPr/>
        </p:nvCxnSpPr>
        <p:spPr>
          <a:xfrm flipH="1" flipV="1">
            <a:off x="5730539" y="1052784"/>
            <a:ext cx="17754" cy="66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E78B63D5-89A4-6DFF-01CD-C88036D1FA00}"/>
              </a:ext>
            </a:extLst>
          </p:cNvPr>
          <p:cNvSpPr/>
          <p:nvPr/>
        </p:nvSpPr>
        <p:spPr>
          <a:xfrm>
            <a:off x="2930187" y="4023148"/>
            <a:ext cx="5690586" cy="2635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A16C542-F33E-3179-2D2E-A3EA2A253125}"/>
              </a:ext>
            </a:extLst>
          </p:cNvPr>
          <p:cNvSpPr txBox="1"/>
          <p:nvPr/>
        </p:nvSpPr>
        <p:spPr>
          <a:xfrm>
            <a:off x="8849376" y="4971368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第一阶段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3B536D-7928-A2D8-7327-1B66FF17158D}"/>
              </a:ext>
            </a:extLst>
          </p:cNvPr>
          <p:cNvSpPr/>
          <p:nvPr/>
        </p:nvSpPr>
        <p:spPr>
          <a:xfrm>
            <a:off x="2930187" y="1346724"/>
            <a:ext cx="5690586" cy="1536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C1B8C98-CA54-8B6D-52AB-37C361B57983}"/>
              </a:ext>
            </a:extLst>
          </p:cNvPr>
          <p:cNvSpPr txBox="1"/>
          <p:nvPr/>
        </p:nvSpPr>
        <p:spPr>
          <a:xfrm>
            <a:off x="8849375" y="1832782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第二阶段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9A7886A-C5B4-F945-0DCF-3C79B630BED1}"/>
              </a:ext>
            </a:extLst>
          </p:cNvPr>
          <p:cNvSpPr txBox="1"/>
          <p:nvPr/>
        </p:nvSpPr>
        <p:spPr>
          <a:xfrm>
            <a:off x="5479003" y="3880274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E812E34-CE77-1E3A-EF33-8CA28A4FEA65}"/>
              </a:ext>
            </a:extLst>
          </p:cNvPr>
          <p:cNvSpPr txBox="1"/>
          <p:nvPr/>
        </p:nvSpPr>
        <p:spPr>
          <a:xfrm>
            <a:off x="5446454" y="2630008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5F23936-73E7-A9F2-2553-3FFF179FE4C3}"/>
              </a:ext>
            </a:extLst>
          </p:cNvPr>
          <p:cNvSpPr txBox="1"/>
          <p:nvPr/>
        </p:nvSpPr>
        <p:spPr>
          <a:xfrm>
            <a:off x="6430113" y="591950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最终结果</a:t>
            </a:r>
          </a:p>
        </p:txBody>
      </p:sp>
    </p:spTree>
    <p:extLst>
      <p:ext uri="{BB962C8B-B14F-4D97-AF65-F5344CB8AC3E}">
        <p14:creationId xmlns:p14="http://schemas.microsoft.com/office/powerpoint/2010/main" val="166805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DEF9EF-DBD9-2360-1D37-B2CFD000E641}"/>
              </a:ext>
            </a:extLst>
          </p:cNvPr>
          <p:cNvSpPr txBox="1"/>
          <p:nvPr/>
        </p:nvSpPr>
        <p:spPr>
          <a:xfrm>
            <a:off x="5485938" y="5841295"/>
            <a:ext cx="6508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实例</a:t>
            </a:r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F14E8725-E244-E065-A073-D63F4DD78946}"/>
              </a:ext>
            </a:extLst>
          </p:cNvPr>
          <p:cNvSpPr/>
          <p:nvPr/>
        </p:nvSpPr>
        <p:spPr>
          <a:xfrm>
            <a:off x="3568823" y="4429956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73A813-F6F6-A876-C80A-05801214921D}"/>
              </a:ext>
            </a:extLst>
          </p:cNvPr>
          <p:cNvSpPr txBox="1"/>
          <p:nvPr/>
        </p:nvSpPr>
        <p:spPr>
          <a:xfrm>
            <a:off x="3346321" y="4582513"/>
            <a:ext cx="1201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支持向量机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缺角矩形 10">
            <a:extLst>
              <a:ext uri="{FF2B5EF4-FFF2-40B4-BE49-F238E27FC236}">
                <a16:creationId xmlns:a16="http://schemas.microsoft.com/office/drawing/2014/main" id="{87206403-E70D-E07C-19E0-33D3D20B0668}"/>
              </a:ext>
            </a:extLst>
          </p:cNvPr>
          <p:cNvSpPr/>
          <p:nvPr/>
        </p:nvSpPr>
        <p:spPr>
          <a:xfrm>
            <a:off x="5407242" y="4429956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B4784E-8AFF-1D4F-8C2E-20123029E619}"/>
              </a:ext>
            </a:extLst>
          </p:cNvPr>
          <p:cNvSpPr txBox="1"/>
          <p:nvPr/>
        </p:nvSpPr>
        <p:spPr>
          <a:xfrm>
            <a:off x="5108495" y="4581364"/>
            <a:ext cx="1534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AdaBoost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缺角矩形 12">
            <a:extLst>
              <a:ext uri="{FF2B5EF4-FFF2-40B4-BE49-F238E27FC236}">
                <a16:creationId xmlns:a16="http://schemas.microsoft.com/office/drawing/2014/main" id="{04B3FA1D-1395-9BE4-25E1-F5F151E96295}"/>
              </a:ext>
            </a:extLst>
          </p:cNvPr>
          <p:cNvSpPr/>
          <p:nvPr/>
        </p:nvSpPr>
        <p:spPr>
          <a:xfrm>
            <a:off x="7335915" y="4421080"/>
            <a:ext cx="790853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7CBB08-3CDE-9F33-FDEC-E1EDA4D8699C}"/>
              </a:ext>
            </a:extLst>
          </p:cNvPr>
          <p:cNvSpPr txBox="1"/>
          <p:nvPr/>
        </p:nvSpPr>
        <p:spPr>
          <a:xfrm>
            <a:off x="7186843" y="4528442"/>
            <a:ext cx="1088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</a:rPr>
              <a:t>GBDT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算法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5699314-F9ED-D58A-5E31-2483AB187052}"/>
              </a:ext>
            </a:extLst>
          </p:cNvPr>
          <p:cNvSpPr/>
          <p:nvPr/>
        </p:nvSpPr>
        <p:spPr>
          <a:xfrm>
            <a:off x="3714013" y="3244146"/>
            <a:ext cx="493063" cy="40235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BEECB27-F51D-2472-F8A8-CD6194127878}"/>
              </a:ext>
            </a:extLst>
          </p:cNvPr>
          <p:cNvSpPr/>
          <p:nvPr/>
        </p:nvSpPr>
        <p:spPr>
          <a:xfrm>
            <a:off x="5523021" y="3243497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C1EF25A-2C79-AAF5-820D-5404E1B31288}"/>
              </a:ext>
            </a:extLst>
          </p:cNvPr>
          <p:cNvSpPr/>
          <p:nvPr/>
        </p:nvSpPr>
        <p:spPr>
          <a:xfrm>
            <a:off x="7457613" y="3235910"/>
            <a:ext cx="547455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BB623B-CE25-F41B-BEBB-3A0548184FB8}"/>
              </a:ext>
            </a:extLst>
          </p:cNvPr>
          <p:cNvSpPr txBox="1"/>
          <p:nvPr/>
        </p:nvSpPr>
        <p:spPr>
          <a:xfrm>
            <a:off x="3824985" y="3235910"/>
            <a:ext cx="297402" cy="380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84EAC7-9AA0-DD73-F75B-4F0EFC14CA68}"/>
              </a:ext>
            </a:extLst>
          </p:cNvPr>
          <p:cNvSpPr txBox="1"/>
          <p:nvPr/>
        </p:nvSpPr>
        <p:spPr>
          <a:xfrm>
            <a:off x="5642685" y="3254976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576983-E4BA-88C8-76A0-D4B73FA17AC0}"/>
              </a:ext>
            </a:extLst>
          </p:cNvPr>
          <p:cNvSpPr txBox="1"/>
          <p:nvPr/>
        </p:nvSpPr>
        <p:spPr>
          <a:xfrm>
            <a:off x="7562664" y="3204169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4" name="缺角矩形 23">
            <a:extLst>
              <a:ext uri="{FF2B5EF4-FFF2-40B4-BE49-F238E27FC236}">
                <a16:creationId xmlns:a16="http://schemas.microsoft.com/office/drawing/2014/main" id="{F4DA04EE-E20A-1963-ED57-912C50DDF6FC}"/>
              </a:ext>
            </a:extLst>
          </p:cNvPr>
          <p:cNvSpPr/>
          <p:nvPr/>
        </p:nvSpPr>
        <p:spPr>
          <a:xfrm>
            <a:off x="5326604" y="1715607"/>
            <a:ext cx="843377" cy="603682"/>
          </a:xfrm>
          <a:prstGeom prst="plaqu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7E183A-5BA7-02BE-D769-51635BCC60F4}"/>
              </a:ext>
            </a:extLst>
          </p:cNvPr>
          <p:cNvSpPr txBox="1"/>
          <p:nvPr/>
        </p:nvSpPr>
        <p:spPr>
          <a:xfrm>
            <a:off x="5238936" y="1848171"/>
            <a:ext cx="1127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随机森林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9A9130E-9DC6-7F40-7F5D-D4579086FFCC}"/>
              </a:ext>
            </a:extLst>
          </p:cNvPr>
          <p:cNvSpPr/>
          <p:nvPr/>
        </p:nvSpPr>
        <p:spPr>
          <a:xfrm>
            <a:off x="5450892" y="662167"/>
            <a:ext cx="559294" cy="3906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0C34DE-6BE7-76F9-2D82-85D937F63159}"/>
              </a:ext>
            </a:extLst>
          </p:cNvPr>
          <p:cNvSpPr txBox="1"/>
          <p:nvPr/>
        </p:nvSpPr>
        <p:spPr>
          <a:xfrm>
            <a:off x="5574807" y="647373"/>
            <a:ext cx="33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69F4784-B688-8053-A184-A53F5F2D54EC}"/>
              </a:ext>
            </a:extLst>
          </p:cNvPr>
          <p:cNvCxnSpPr>
            <a:cxnSpLocks/>
            <a:stCxn id="3" idx="1"/>
            <a:endCxn id="4" idx="2"/>
          </p:cNvCxnSpPr>
          <p:nvPr/>
        </p:nvCxnSpPr>
        <p:spPr>
          <a:xfrm rot="10800000">
            <a:off x="3964250" y="5033639"/>
            <a:ext cx="1521688" cy="9923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9D0B305-7CEE-C7A2-84BC-FCD64715420C}"/>
              </a:ext>
            </a:extLst>
          </p:cNvPr>
          <p:cNvCxnSpPr>
            <a:cxnSpLocks/>
            <a:stCxn id="3" idx="0"/>
            <a:endCxn id="11" idx="2"/>
          </p:cNvCxnSpPr>
          <p:nvPr/>
        </p:nvCxnSpPr>
        <p:spPr>
          <a:xfrm flipH="1" flipV="1">
            <a:off x="5802669" y="5033638"/>
            <a:ext cx="8691" cy="80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0A5BE90-D8CC-5A92-2929-8108BCB62AEA}"/>
              </a:ext>
            </a:extLst>
          </p:cNvPr>
          <p:cNvCxnSpPr>
            <a:cxnSpLocks/>
            <a:stCxn id="3" idx="3"/>
            <a:endCxn id="13" idx="2"/>
          </p:cNvCxnSpPr>
          <p:nvPr/>
        </p:nvCxnSpPr>
        <p:spPr>
          <a:xfrm flipV="1">
            <a:off x="6136782" y="5024762"/>
            <a:ext cx="1594560" cy="10011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EBDD5DF-A15E-C263-528B-898B66D869E5}"/>
              </a:ext>
            </a:extLst>
          </p:cNvPr>
          <p:cNvCxnSpPr>
            <a:cxnSpLocks/>
            <a:stCxn id="4" idx="0"/>
            <a:endCxn id="18" idx="2"/>
          </p:cNvCxnSpPr>
          <p:nvPr/>
        </p:nvCxnSpPr>
        <p:spPr>
          <a:xfrm flipV="1">
            <a:off x="3964250" y="3616340"/>
            <a:ext cx="9436" cy="81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315B6D5-9782-D80D-EBF3-8C403177D625}"/>
              </a:ext>
            </a:extLst>
          </p:cNvPr>
          <p:cNvCxnSpPr>
            <a:cxnSpLocks/>
            <a:stCxn id="11" idx="0"/>
            <a:endCxn id="16" idx="4"/>
          </p:cNvCxnSpPr>
          <p:nvPr/>
        </p:nvCxnSpPr>
        <p:spPr>
          <a:xfrm flipH="1" flipV="1">
            <a:off x="5802668" y="3634114"/>
            <a:ext cx="1" cy="79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2AE9088-BBFA-94B7-8AF0-A178D7DA2013}"/>
              </a:ext>
            </a:extLst>
          </p:cNvPr>
          <p:cNvCxnSpPr>
            <a:cxnSpLocks/>
            <a:stCxn id="13" idx="0"/>
            <a:endCxn id="17" idx="4"/>
          </p:cNvCxnSpPr>
          <p:nvPr/>
        </p:nvCxnSpPr>
        <p:spPr>
          <a:xfrm flipH="1" flipV="1">
            <a:off x="7731341" y="3626527"/>
            <a:ext cx="1" cy="79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8BDE3ED-1165-3DB3-B03D-D440E9E613F2}"/>
              </a:ext>
            </a:extLst>
          </p:cNvPr>
          <p:cNvCxnSpPr>
            <a:stCxn id="15" idx="7"/>
            <a:endCxn id="24" idx="2"/>
          </p:cNvCxnSpPr>
          <p:nvPr/>
        </p:nvCxnSpPr>
        <p:spPr>
          <a:xfrm flipV="1">
            <a:off x="4134869" y="2319289"/>
            <a:ext cx="1613424" cy="98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D1432E2-60A6-F29F-AF0B-34D1941C7228}"/>
              </a:ext>
            </a:extLst>
          </p:cNvPr>
          <p:cNvCxnSpPr>
            <a:cxnSpLocks/>
            <a:stCxn id="16" idx="0"/>
            <a:endCxn id="24" idx="2"/>
          </p:cNvCxnSpPr>
          <p:nvPr/>
        </p:nvCxnSpPr>
        <p:spPr>
          <a:xfrm flipH="1" flipV="1">
            <a:off x="5748293" y="2319289"/>
            <a:ext cx="54375" cy="92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6645A90-BC73-85D8-4AE6-749C728A0EC4}"/>
              </a:ext>
            </a:extLst>
          </p:cNvPr>
          <p:cNvCxnSpPr>
            <a:cxnSpLocks/>
            <a:stCxn id="17" idx="1"/>
            <a:endCxn id="24" idx="2"/>
          </p:cNvCxnSpPr>
          <p:nvPr/>
        </p:nvCxnSpPr>
        <p:spPr>
          <a:xfrm flipH="1" flipV="1">
            <a:off x="5748293" y="2319289"/>
            <a:ext cx="1789493" cy="9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D702DE1F-03EE-4E06-9804-7F5EC535B37C}"/>
              </a:ext>
            </a:extLst>
          </p:cNvPr>
          <p:cNvCxnSpPr>
            <a:cxnSpLocks/>
            <a:stCxn id="24" idx="0"/>
            <a:endCxn id="26" idx="4"/>
          </p:cNvCxnSpPr>
          <p:nvPr/>
        </p:nvCxnSpPr>
        <p:spPr>
          <a:xfrm flipH="1" flipV="1">
            <a:off x="5730539" y="1052784"/>
            <a:ext cx="17754" cy="66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E78B63D5-89A4-6DFF-01CD-C88036D1FA00}"/>
              </a:ext>
            </a:extLst>
          </p:cNvPr>
          <p:cNvSpPr/>
          <p:nvPr/>
        </p:nvSpPr>
        <p:spPr>
          <a:xfrm>
            <a:off x="2930187" y="4023148"/>
            <a:ext cx="5690586" cy="2635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A16C542-F33E-3179-2D2E-A3EA2A253125}"/>
              </a:ext>
            </a:extLst>
          </p:cNvPr>
          <p:cNvSpPr txBox="1"/>
          <p:nvPr/>
        </p:nvSpPr>
        <p:spPr>
          <a:xfrm>
            <a:off x="8849376" y="4971368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第一阶段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3B536D-7928-A2D8-7327-1B66FF17158D}"/>
              </a:ext>
            </a:extLst>
          </p:cNvPr>
          <p:cNvSpPr/>
          <p:nvPr/>
        </p:nvSpPr>
        <p:spPr>
          <a:xfrm>
            <a:off x="2930187" y="1346724"/>
            <a:ext cx="5690586" cy="1536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C1B8C98-CA54-8B6D-52AB-37C361B57983}"/>
              </a:ext>
            </a:extLst>
          </p:cNvPr>
          <p:cNvSpPr txBox="1"/>
          <p:nvPr/>
        </p:nvSpPr>
        <p:spPr>
          <a:xfrm>
            <a:off x="8849375" y="1832782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第二阶段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9A7886A-C5B4-F945-0DCF-3C79B630BED1}"/>
              </a:ext>
            </a:extLst>
          </p:cNvPr>
          <p:cNvSpPr txBox="1"/>
          <p:nvPr/>
        </p:nvSpPr>
        <p:spPr>
          <a:xfrm>
            <a:off x="5479003" y="3880274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E812E34-CE77-1E3A-EF33-8CA28A4FEA65}"/>
              </a:ext>
            </a:extLst>
          </p:cNvPr>
          <p:cNvSpPr txBox="1"/>
          <p:nvPr/>
        </p:nvSpPr>
        <p:spPr>
          <a:xfrm>
            <a:off x="5446454" y="2630008"/>
            <a:ext cx="79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5F23936-73E7-A9F2-2553-3FFF179FE4C3}"/>
              </a:ext>
            </a:extLst>
          </p:cNvPr>
          <p:cNvSpPr txBox="1"/>
          <p:nvPr/>
        </p:nvSpPr>
        <p:spPr>
          <a:xfrm>
            <a:off x="6430113" y="591950"/>
            <a:ext cx="11076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最终结果</a:t>
            </a:r>
          </a:p>
        </p:txBody>
      </p:sp>
    </p:spTree>
    <p:extLst>
      <p:ext uri="{BB962C8B-B14F-4D97-AF65-F5344CB8AC3E}">
        <p14:creationId xmlns:p14="http://schemas.microsoft.com/office/powerpoint/2010/main" val="136844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66E125-A813-9F9E-CB8A-B6C9A7341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538" y="3628843"/>
            <a:ext cx="3777554" cy="26564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0ECCC5-8E8F-7BC1-8926-BBC214B87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688" y="2157036"/>
            <a:ext cx="3600000" cy="254392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A82F75-847F-CD22-5BF8-25CB94099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88" y="904184"/>
            <a:ext cx="38671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8A7A6AE-0834-9422-B7E4-C69ECA821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88" y="3551625"/>
            <a:ext cx="38671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A175DFF-A11E-86DC-1BB2-6BE860427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942" y="923489"/>
            <a:ext cx="38671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01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DC7F48C8-CC9D-006A-7EDA-D4C2A2662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83" y="887583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47733D5D-DBC6-9DA1-2295-762C39C92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403" y="887583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771BB18C-B9DD-49C4-11C8-D621228F7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83" y="3598880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399AE170-FE01-3235-8096-C480DE825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403" y="3598880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3D6C2EEC-B647-6B6C-6D05-0F51F7343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778" y="2397989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01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B121E5-A41C-C2C6-40B7-E9F42F271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78" y="0"/>
            <a:ext cx="7027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2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>
            <a:extLst>
              <a:ext uri="{FF2B5EF4-FFF2-40B4-BE49-F238E27FC236}">
                <a16:creationId xmlns:a16="http://schemas.microsoft.com/office/drawing/2014/main" id="{35152FDE-E3D5-76CE-0BFA-9D2359B05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45" y="3429000"/>
            <a:ext cx="37433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DA4B39B-F726-7C25-96D8-402747D58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058" y="1945043"/>
            <a:ext cx="36766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524F9B7-C011-DE48-8362-FA2495B66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46" y="452484"/>
            <a:ext cx="37433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7AD5300-07B7-2619-1D6B-A699480C4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46" y="3429000"/>
            <a:ext cx="37433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2D5F65D-10E0-3436-1833-293D57A6A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733" y="452484"/>
            <a:ext cx="37433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95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EF69445-1E5F-31EC-C9F4-C9C489AED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39" y="640209"/>
            <a:ext cx="36385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A9AB3B8-3D7A-9F99-0001-D81A803B1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747" y="640209"/>
            <a:ext cx="36385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7F7D69C-7F5D-0E05-5AA9-04D88704E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26" y="3429000"/>
            <a:ext cx="376237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ECEFAC6-B2D7-DA6E-A04D-FFE76303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497" y="3429000"/>
            <a:ext cx="37338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E0E9D2D-0DC4-321F-D518-80B75ADA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547" y="2105025"/>
            <a:ext cx="36385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64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1E1CFDA6-3466-431A-B890-0496A5070C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0563582"/>
              </p:ext>
            </p:extLst>
          </p:nvPr>
        </p:nvGraphicFramePr>
        <p:xfrm>
          <a:off x="5567779" y="4594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2A2B8840-ECE9-4644-B0E8-BEEADF2B87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234084"/>
              </p:ext>
            </p:extLst>
          </p:nvPr>
        </p:nvGraphicFramePr>
        <p:xfrm>
          <a:off x="5567779" y="32026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39C194F7-378C-58C7-664A-CB377C8F7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2333050"/>
              </p:ext>
            </p:extLst>
          </p:nvPr>
        </p:nvGraphicFramePr>
        <p:xfrm>
          <a:off x="995779" y="4594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46389E1E-B932-46FF-8549-4F2F9C0704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945028"/>
              </p:ext>
            </p:extLst>
          </p:nvPr>
        </p:nvGraphicFramePr>
        <p:xfrm>
          <a:off x="1102310" y="32026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4840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7DACA24-9582-4469-B283-4E1323CA7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2371991"/>
              </p:ext>
            </p:extLst>
          </p:nvPr>
        </p:nvGraphicFramePr>
        <p:xfrm>
          <a:off x="5407981" y="10275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34CB76B7-BB46-4826-A415-3A4C50E320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09275"/>
              </p:ext>
            </p:extLst>
          </p:nvPr>
        </p:nvGraphicFramePr>
        <p:xfrm>
          <a:off x="951390" y="10275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1910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84</Words>
  <Application>Microsoft Office PowerPoint</Application>
  <PresentationFormat>宽屏</PresentationFormat>
  <Paragraphs>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雨瑶</dc:creator>
  <cp:lastModifiedBy>王 雨瑶</cp:lastModifiedBy>
  <cp:revision>16</cp:revision>
  <dcterms:created xsi:type="dcterms:W3CDTF">2022-11-25T08:25:05Z</dcterms:created>
  <dcterms:modified xsi:type="dcterms:W3CDTF">2023-04-11T13:54:11Z</dcterms:modified>
</cp:coreProperties>
</file>